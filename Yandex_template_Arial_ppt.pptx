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9" r:id="rId1"/>
  </p:sldMasterIdLst>
  <p:notesMasterIdLst>
    <p:notesMasterId r:id="rId10"/>
  </p:notesMasterIdLst>
  <p:handoutMasterIdLst>
    <p:handoutMasterId r:id="rId11"/>
  </p:handoutMasterIdLst>
  <p:sldIdLst>
    <p:sldId id="982" r:id="rId2"/>
    <p:sldId id="985" r:id="rId3"/>
    <p:sldId id="986" r:id="rId4"/>
    <p:sldId id="987" r:id="rId5"/>
    <p:sldId id="988" r:id="rId6"/>
    <p:sldId id="990" r:id="rId7"/>
    <p:sldId id="989" r:id="rId8"/>
    <p:sldId id="972" r:id="rId9"/>
  </p:sldIdLst>
  <p:sldSz cx="24382413" cy="13716000"/>
  <p:notesSz cx="6858000" cy="9144000"/>
  <p:defaultTextStyle>
    <a:defPPr>
      <a:defRPr lang="ru-RU"/>
    </a:defPPr>
    <a:lvl1pPr marL="0" algn="l" defTabSz="182859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98" algn="l" defTabSz="182859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595" algn="l" defTabSz="182859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893" algn="l" defTabSz="182859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189" algn="l" defTabSz="182859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485" algn="l" defTabSz="182859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784" algn="l" defTabSz="182859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080" algn="l" defTabSz="182859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378" algn="l" defTabSz="1828595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езентация" id="{97071F00-80CE-4426-806C-9E03D65E08BC}">
          <p14:sldIdLst>
            <p14:sldId id="982"/>
            <p14:sldId id="985"/>
            <p14:sldId id="986"/>
            <p14:sldId id="987"/>
            <p14:sldId id="988"/>
            <p14:sldId id="990"/>
            <p14:sldId id="989"/>
            <p14:sldId id="9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talia Zhuravlova" initials="" lastIdx="10" clrIdx="0"/>
  <p:cmAuthor id="1" name="tat.gratcheva@live.com" initials="t" lastIdx="8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232"/>
    <a:srgbClr val="008C33"/>
    <a:srgbClr val="00B341"/>
    <a:srgbClr val="1BA560"/>
    <a:srgbClr val="23B324"/>
    <a:srgbClr val="4A78BC"/>
    <a:srgbClr val="003264"/>
    <a:srgbClr val="FE8C00"/>
    <a:srgbClr val="5BCD9D"/>
    <a:srgbClr val="3567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60" autoAdjust="0"/>
    <p:restoredTop sz="84727" autoAdjust="0"/>
  </p:normalViewPr>
  <p:slideViewPr>
    <p:cSldViewPr snapToGrid="0">
      <p:cViewPr varScale="1">
        <p:scale>
          <a:sx n="60" d="100"/>
          <a:sy n="60" d="100"/>
        </p:scale>
        <p:origin x="232" y="10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4352" y="200"/>
      </p:cViewPr>
      <p:guideLst/>
    </p:cSldViewPr>
  </p:notesViewPr>
  <p:gridSpacing cx="381600" cy="3816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C5C60-F37A-814E-99F6-3C775637DBC0}" type="datetimeFigureOut">
              <a:rPr lang="ru-RU" smtClean="0">
                <a:latin typeface="Arial" panose="020B0604020202020204" pitchFamily="34" charset="0"/>
              </a:rPr>
              <a:t>18.05.2026</a:t>
            </a:fld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BC657-1F7B-DB4E-9001-D45F13547058}" type="slidenum">
              <a:rPr lang="ru-RU" smtClean="0">
                <a:latin typeface="Arial" panose="020B0604020202020204" pitchFamily="34" charset="0"/>
              </a:rPr>
              <a:t>‹#›</a:t>
            </a:fld>
            <a:endParaRPr 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3878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48BA324-014D-41B7-8E83-ECE8F197A959}" type="datetimeFigureOut">
              <a:rPr lang="ru-RU" smtClean="0"/>
              <a:pPr/>
              <a:t>18.05.2026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81397F6-5F69-4798-869B-9B0266F8F8FE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5844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177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531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улевой_слайд_r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4">
            <a:extLst>
              <a:ext uri="{FF2B5EF4-FFF2-40B4-BE49-F238E27FC236}">
                <a16:creationId xmlns:a16="http://schemas.microsoft.com/office/drawing/2014/main" id="{72A7B367-2015-3B4C-B07E-0D336654FBC5}"/>
              </a:ext>
            </a:extLst>
          </p:cNvPr>
          <p:cNvSpPr/>
          <p:nvPr userDrawn="1"/>
        </p:nvSpPr>
        <p:spPr>
          <a:xfrm>
            <a:off x="10301827" y="5985285"/>
            <a:ext cx="5049570" cy="1409066"/>
          </a:xfrm>
          <a:custGeom>
            <a:avLst/>
            <a:gdLst>
              <a:gd name="connsiteX0" fmla="*/ 3090748 w 5049570"/>
              <a:gd name="connsiteY0" fmla="*/ 1074749 h 1409066"/>
              <a:gd name="connsiteX1" fmla="*/ 3090748 w 5049570"/>
              <a:gd name="connsiteY1" fmla="*/ 857109 h 1409066"/>
              <a:gd name="connsiteX2" fmla="*/ 2736025 w 5049570"/>
              <a:gd name="connsiteY2" fmla="*/ 962562 h 1409066"/>
              <a:gd name="connsiteX3" fmla="*/ 2453615 w 5049570"/>
              <a:gd name="connsiteY3" fmla="*/ 682096 h 1409066"/>
              <a:gd name="connsiteX4" fmla="*/ 3102038 w 5049570"/>
              <a:gd name="connsiteY4" fmla="*/ 682096 h 1409066"/>
              <a:gd name="connsiteX5" fmla="*/ 3102038 w 5049570"/>
              <a:gd name="connsiteY5" fmla="*/ 540741 h 1409066"/>
              <a:gd name="connsiteX6" fmla="*/ 2659215 w 5049570"/>
              <a:gd name="connsiteY6" fmla="*/ 0 h 1409066"/>
              <a:gd name="connsiteX7" fmla="*/ 2175726 w 5049570"/>
              <a:gd name="connsiteY7" fmla="*/ 590102 h 1409066"/>
              <a:gd name="connsiteX8" fmla="*/ 2713444 w 5049570"/>
              <a:gd name="connsiteY8" fmla="*/ 1173479 h 1409066"/>
              <a:gd name="connsiteX9" fmla="*/ 3090748 w 5049570"/>
              <a:gd name="connsiteY9" fmla="*/ 1074749 h 1409066"/>
              <a:gd name="connsiteX10" fmla="*/ 4771682 w 5049570"/>
              <a:gd name="connsiteY10" fmla="*/ 1173479 h 1409066"/>
              <a:gd name="connsiteX11" fmla="*/ 5049571 w 5049570"/>
              <a:gd name="connsiteY11" fmla="*/ 1103922 h 1409066"/>
              <a:gd name="connsiteX12" fmla="*/ 5049571 w 5049570"/>
              <a:gd name="connsiteY12" fmla="*/ 886282 h 1409066"/>
              <a:gd name="connsiteX13" fmla="*/ 4787494 w 5049570"/>
              <a:gd name="connsiteY13" fmla="*/ 962562 h 1409066"/>
              <a:gd name="connsiteX14" fmla="*/ 4516374 w 5049570"/>
              <a:gd name="connsiteY14" fmla="*/ 581127 h 1409066"/>
              <a:gd name="connsiteX15" fmla="*/ 4789754 w 5049570"/>
              <a:gd name="connsiteY15" fmla="*/ 210911 h 1409066"/>
              <a:gd name="connsiteX16" fmla="*/ 5049571 w 5049570"/>
              <a:gd name="connsiteY16" fmla="*/ 280467 h 1409066"/>
              <a:gd name="connsiteX17" fmla="*/ 5049571 w 5049570"/>
              <a:gd name="connsiteY17" fmla="*/ 53850 h 1409066"/>
              <a:gd name="connsiteX18" fmla="*/ 4760379 w 5049570"/>
              <a:gd name="connsiteY18" fmla="*/ 0 h 1409066"/>
              <a:gd name="connsiteX19" fmla="*/ 4238473 w 5049570"/>
              <a:gd name="connsiteY19" fmla="*/ 587858 h 1409066"/>
              <a:gd name="connsiteX20" fmla="*/ 4771682 w 5049570"/>
              <a:gd name="connsiteY20" fmla="*/ 1173479 h 1409066"/>
              <a:gd name="connsiteX21" fmla="*/ 628091 w 5049570"/>
              <a:gd name="connsiteY21" fmla="*/ 22437 h 1409066"/>
              <a:gd name="connsiteX22" fmla="*/ 628091 w 5049570"/>
              <a:gd name="connsiteY22" fmla="*/ 468941 h 1409066"/>
              <a:gd name="connsiteX23" fmla="*/ 268859 w 5049570"/>
              <a:gd name="connsiteY23" fmla="*/ 468941 h 1409066"/>
              <a:gd name="connsiteX24" fmla="*/ 268859 w 5049570"/>
              <a:gd name="connsiteY24" fmla="*/ 22437 h 1409066"/>
              <a:gd name="connsiteX25" fmla="*/ 0 w 5049570"/>
              <a:gd name="connsiteY25" fmla="*/ 22437 h 1409066"/>
              <a:gd name="connsiteX26" fmla="*/ 0 w 5049570"/>
              <a:gd name="connsiteY26" fmla="*/ 1151042 h 1409066"/>
              <a:gd name="connsiteX27" fmla="*/ 268859 w 5049570"/>
              <a:gd name="connsiteY27" fmla="*/ 1151042 h 1409066"/>
              <a:gd name="connsiteX28" fmla="*/ 268859 w 5049570"/>
              <a:gd name="connsiteY28" fmla="*/ 679852 h 1409066"/>
              <a:gd name="connsiteX29" fmla="*/ 628091 w 5049570"/>
              <a:gd name="connsiteY29" fmla="*/ 679852 h 1409066"/>
              <a:gd name="connsiteX30" fmla="*/ 628091 w 5049570"/>
              <a:gd name="connsiteY30" fmla="*/ 1151042 h 1409066"/>
              <a:gd name="connsiteX31" fmla="*/ 896950 w 5049570"/>
              <a:gd name="connsiteY31" fmla="*/ 1151042 h 1409066"/>
              <a:gd name="connsiteX32" fmla="*/ 896950 w 5049570"/>
              <a:gd name="connsiteY32" fmla="*/ 22437 h 1409066"/>
              <a:gd name="connsiteX33" fmla="*/ 628091 w 5049570"/>
              <a:gd name="connsiteY33" fmla="*/ 22437 h 1409066"/>
              <a:gd name="connsiteX34" fmla="*/ 2110194 w 5049570"/>
              <a:gd name="connsiteY34" fmla="*/ 940124 h 1409066"/>
              <a:gd name="connsiteX35" fmla="*/ 1990459 w 5049570"/>
              <a:gd name="connsiteY35" fmla="*/ 940124 h 1409066"/>
              <a:gd name="connsiteX36" fmla="*/ 1990459 w 5049570"/>
              <a:gd name="connsiteY36" fmla="*/ 22437 h 1409066"/>
              <a:gd name="connsiteX37" fmla="*/ 1206475 w 5049570"/>
              <a:gd name="connsiteY37" fmla="*/ 22437 h 1409066"/>
              <a:gd name="connsiteX38" fmla="*/ 1206475 w 5049570"/>
              <a:gd name="connsiteY38" fmla="*/ 118917 h 1409066"/>
              <a:gd name="connsiteX39" fmla="*/ 1093508 w 5049570"/>
              <a:gd name="connsiteY39" fmla="*/ 940124 h 1409066"/>
              <a:gd name="connsiteX40" fmla="*/ 1009917 w 5049570"/>
              <a:gd name="connsiteY40" fmla="*/ 940124 h 1409066"/>
              <a:gd name="connsiteX41" fmla="*/ 1009917 w 5049570"/>
              <a:gd name="connsiteY41" fmla="*/ 1409066 h 1409066"/>
              <a:gd name="connsiteX42" fmla="*/ 1258443 w 5049570"/>
              <a:gd name="connsiteY42" fmla="*/ 1409066 h 1409066"/>
              <a:gd name="connsiteX43" fmla="*/ 1258443 w 5049570"/>
              <a:gd name="connsiteY43" fmla="*/ 1151042 h 1409066"/>
              <a:gd name="connsiteX44" fmla="*/ 1861680 w 5049570"/>
              <a:gd name="connsiteY44" fmla="*/ 1151042 h 1409066"/>
              <a:gd name="connsiteX45" fmla="*/ 1861680 w 5049570"/>
              <a:gd name="connsiteY45" fmla="*/ 1409066 h 1409066"/>
              <a:gd name="connsiteX46" fmla="*/ 2110194 w 5049570"/>
              <a:gd name="connsiteY46" fmla="*/ 1409066 h 1409066"/>
              <a:gd name="connsiteX47" fmla="*/ 2110194 w 5049570"/>
              <a:gd name="connsiteY47" fmla="*/ 940124 h 1409066"/>
              <a:gd name="connsiteX48" fmla="*/ 3949281 w 5049570"/>
              <a:gd name="connsiteY48" fmla="*/ 1151042 h 1409066"/>
              <a:gd name="connsiteX49" fmla="*/ 4254297 w 5049570"/>
              <a:gd name="connsiteY49" fmla="*/ 1151042 h 1409066"/>
              <a:gd name="connsiteX50" fmla="*/ 3822763 w 5049570"/>
              <a:gd name="connsiteY50" fmla="*/ 542985 h 1409066"/>
              <a:gd name="connsiteX51" fmla="*/ 4202329 w 5049570"/>
              <a:gd name="connsiteY51" fmla="*/ 22437 h 1409066"/>
              <a:gd name="connsiteX52" fmla="*/ 3931209 w 5049570"/>
              <a:gd name="connsiteY52" fmla="*/ 22437 h 1409066"/>
              <a:gd name="connsiteX53" fmla="*/ 3551644 w 5049570"/>
              <a:gd name="connsiteY53" fmla="*/ 542985 h 1409066"/>
              <a:gd name="connsiteX54" fmla="*/ 3551644 w 5049570"/>
              <a:gd name="connsiteY54" fmla="*/ 22437 h 1409066"/>
              <a:gd name="connsiteX55" fmla="*/ 3282785 w 5049570"/>
              <a:gd name="connsiteY55" fmla="*/ 22437 h 1409066"/>
              <a:gd name="connsiteX56" fmla="*/ 3282785 w 5049570"/>
              <a:gd name="connsiteY56" fmla="*/ 1151042 h 1409066"/>
              <a:gd name="connsiteX57" fmla="*/ 3551644 w 5049570"/>
              <a:gd name="connsiteY57" fmla="*/ 1151042 h 1409066"/>
              <a:gd name="connsiteX58" fmla="*/ 3551644 w 5049570"/>
              <a:gd name="connsiteY58" fmla="*/ 596833 h 1409066"/>
              <a:gd name="connsiteX59" fmla="*/ 3949281 w 5049570"/>
              <a:gd name="connsiteY59" fmla="*/ 1151042 h 1409066"/>
              <a:gd name="connsiteX60" fmla="*/ 2654694 w 5049570"/>
              <a:gd name="connsiteY60" fmla="*/ 210911 h 1409066"/>
              <a:gd name="connsiteX61" fmla="*/ 2828659 w 5049570"/>
              <a:gd name="connsiteY61" fmla="*/ 462210 h 1409066"/>
              <a:gd name="connsiteX62" fmla="*/ 2828659 w 5049570"/>
              <a:gd name="connsiteY62" fmla="*/ 484647 h 1409066"/>
              <a:gd name="connsiteX63" fmla="*/ 2453615 w 5049570"/>
              <a:gd name="connsiteY63" fmla="*/ 484647 h 1409066"/>
              <a:gd name="connsiteX64" fmla="*/ 2654694 w 5049570"/>
              <a:gd name="connsiteY64" fmla="*/ 210911 h 1409066"/>
              <a:gd name="connsiteX65" fmla="*/ 1721599 w 5049570"/>
              <a:gd name="connsiteY65" fmla="*/ 940124 h 1409066"/>
              <a:gd name="connsiteX66" fmla="*/ 1342034 w 5049570"/>
              <a:gd name="connsiteY66" fmla="*/ 940124 h 1409066"/>
              <a:gd name="connsiteX67" fmla="*/ 1436929 w 5049570"/>
              <a:gd name="connsiteY67" fmla="*/ 267005 h 1409066"/>
              <a:gd name="connsiteX68" fmla="*/ 1436929 w 5049570"/>
              <a:gd name="connsiteY68" fmla="*/ 233349 h 1409066"/>
              <a:gd name="connsiteX69" fmla="*/ 1721599 w 5049570"/>
              <a:gd name="connsiteY69" fmla="*/ 233349 h 1409066"/>
              <a:gd name="connsiteX70" fmla="*/ 1721599 w 5049570"/>
              <a:gd name="connsiteY70" fmla="*/ 940124 h 1409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049570" h="1409066">
                <a:moveTo>
                  <a:pt x="3090748" y="1074749"/>
                </a:moveTo>
                <a:lnTo>
                  <a:pt x="3090748" y="857109"/>
                </a:lnTo>
                <a:cubicBezTo>
                  <a:pt x="3007144" y="913197"/>
                  <a:pt x="2867076" y="962562"/>
                  <a:pt x="2736025" y="962562"/>
                </a:cubicBezTo>
                <a:cubicBezTo>
                  <a:pt x="2539467" y="962562"/>
                  <a:pt x="2464918" y="870567"/>
                  <a:pt x="2453615" y="682096"/>
                </a:cubicBezTo>
                <a:lnTo>
                  <a:pt x="3102038" y="682096"/>
                </a:lnTo>
                <a:lnTo>
                  <a:pt x="3102038" y="540741"/>
                </a:lnTo>
                <a:cubicBezTo>
                  <a:pt x="3102038" y="148086"/>
                  <a:pt x="2928074" y="0"/>
                  <a:pt x="2659215" y="0"/>
                </a:cubicBezTo>
                <a:cubicBezTo>
                  <a:pt x="2331618" y="0"/>
                  <a:pt x="2175726" y="249055"/>
                  <a:pt x="2175726" y="590102"/>
                </a:cubicBezTo>
                <a:cubicBezTo>
                  <a:pt x="2175726" y="982754"/>
                  <a:pt x="2370023" y="1173479"/>
                  <a:pt x="2713444" y="1173479"/>
                </a:cubicBezTo>
                <a:cubicBezTo>
                  <a:pt x="2885148" y="1173479"/>
                  <a:pt x="3011665" y="1128604"/>
                  <a:pt x="3090748" y="1074749"/>
                </a:cubicBezTo>
                <a:close/>
                <a:moveTo>
                  <a:pt x="4771682" y="1173479"/>
                </a:moveTo>
                <a:cubicBezTo>
                  <a:pt x="4895939" y="1173479"/>
                  <a:pt x="4984052" y="1151042"/>
                  <a:pt x="5049571" y="1103922"/>
                </a:cubicBezTo>
                <a:lnTo>
                  <a:pt x="5049571" y="886282"/>
                </a:lnTo>
                <a:cubicBezTo>
                  <a:pt x="4981791" y="933389"/>
                  <a:pt x="4900460" y="962562"/>
                  <a:pt x="4787494" y="962562"/>
                </a:cubicBezTo>
                <a:cubicBezTo>
                  <a:pt x="4595444" y="962562"/>
                  <a:pt x="4516374" y="814476"/>
                  <a:pt x="4516374" y="581127"/>
                </a:cubicBezTo>
                <a:cubicBezTo>
                  <a:pt x="4516374" y="336560"/>
                  <a:pt x="4613529" y="210911"/>
                  <a:pt x="4789754" y="210911"/>
                </a:cubicBezTo>
                <a:cubicBezTo>
                  <a:pt x="4893678" y="210911"/>
                  <a:pt x="4995355" y="246811"/>
                  <a:pt x="5049571" y="280467"/>
                </a:cubicBezTo>
                <a:lnTo>
                  <a:pt x="5049571" y="53850"/>
                </a:lnTo>
                <a:cubicBezTo>
                  <a:pt x="4993094" y="22437"/>
                  <a:pt x="4893678" y="0"/>
                  <a:pt x="4760379" y="0"/>
                </a:cubicBezTo>
                <a:cubicBezTo>
                  <a:pt x="4416959" y="0"/>
                  <a:pt x="4238473" y="244567"/>
                  <a:pt x="4238473" y="587858"/>
                </a:cubicBezTo>
                <a:cubicBezTo>
                  <a:pt x="4238473" y="964807"/>
                  <a:pt x="4412450" y="1173479"/>
                  <a:pt x="4771682" y="1173479"/>
                </a:cubicBezTo>
                <a:close/>
                <a:moveTo>
                  <a:pt x="628091" y="22437"/>
                </a:moveTo>
                <a:lnTo>
                  <a:pt x="628091" y="468941"/>
                </a:lnTo>
                <a:lnTo>
                  <a:pt x="268859" y="468941"/>
                </a:lnTo>
                <a:lnTo>
                  <a:pt x="268859" y="22437"/>
                </a:lnTo>
                <a:lnTo>
                  <a:pt x="0" y="22437"/>
                </a:lnTo>
                <a:lnTo>
                  <a:pt x="0" y="1151042"/>
                </a:lnTo>
                <a:lnTo>
                  <a:pt x="268859" y="1151042"/>
                </a:lnTo>
                <a:lnTo>
                  <a:pt x="268859" y="679852"/>
                </a:lnTo>
                <a:lnTo>
                  <a:pt x="628091" y="679852"/>
                </a:lnTo>
                <a:lnTo>
                  <a:pt x="628091" y="1151042"/>
                </a:lnTo>
                <a:lnTo>
                  <a:pt x="896950" y="1151042"/>
                </a:lnTo>
                <a:lnTo>
                  <a:pt x="896950" y="22437"/>
                </a:lnTo>
                <a:lnTo>
                  <a:pt x="628091" y="22437"/>
                </a:lnTo>
                <a:close/>
                <a:moveTo>
                  <a:pt x="2110194" y="940124"/>
                </a:moveTo>
                <a:lnTo>
                  <a:pt x="1990459" y="940124"/>
                </a:lnTo>
                <a:lnTo>
                  <a:pt x="1990459" y="22437"/>
                </a:lnTo>
                <a:lnTo>
                  <a:pt x="1206475" y="22437"/>
                </a:lnTo>
                <a:lnTo>
                  <a:pt x="1206475" y="118917"/>
                </a:lnTo>
                <a:cubicBezTo>
                  <a:pt x="1206475" y="394897"/>
                  <a:pt x="1188402" y="751652"/>
                  <a:pt x="1093508" y="940124"/>
                </a:cubicBezTo>
                <a:lnTo>
                  <a:pt x="1009917" y="940124"/>
                </a:lnTo>
                <a:lnTo>
                  <a:pt x="1009917" y="1409066"/>
                </a:lnTo>
                <a:lnTo>
                  <a:pt x="1258443" y="1409066"/>
                </a:lnTo>
                <a:lnTo>
                  <a:pt x="1258443" y="1151042"/>
                </a:lnTo>
                <a:lnTo>
                  <a:pt x="1861680" y="1151042"/>
                </a:lnTo>
                <a:lnTo>
                  <a:pt x="1861680" y="1409066"/>
                </a:lnTo>
                <a:lnTo>
                  <a:pt x="2110194" y="1409066"/>
                </a:lnTo>
                <a:lnTo>
                  <a:pt x="2110194" y="940124"/>
                </a:lnTo>
                <a:close/>
                <a:moveTo>
                  <a:pt x="3949281" y="1151042"/>
                </a:moveTo>
                <a:lnTo>
                  <a:pt x="4254297" y="1151042"/>
                </a:lnTo>
                <a:lnTo>
                  <a:pt x="3822763" y="542985"/>
                </a:lnTo>
                <a:lnTo>
                  <a:pt x="4202329" y="22437"/>
                </a:lnTo>
                <a:lnTo>
                  <a:pt x="3931209" y="22437"/>
                </a:lnTo>
                <a:lnTo>
                  <a:pt x="3551644" y="542985"/>
                </a:lnTo>
                <a:lnTo>
                  <a:pt x="3551644" y="22437"/>
                </a:lnTo>
                <a:lnTo>
                  <a:pt x="3282785" y="22437"/>
                </a:lnTo>
                <a:lnTo>
                  <a:pt x="3282785" y="1151042"/>
                </a:lnTo>
                <a:lnTo>
                  <a:pt x="3551644" y="1151042"/>
                </a:lnTo>
                <a:lnTo>
                  <a:pt x="3551644" y="596833"/>
                </a:lnTo>
                <a:lnTo>
                  <a:pt x="3949281" y="1151042"/>
                </a:lnTo>
                <a:close/>
                <a:moveTo>
                  <a:pt x="2654694" y="210911"/>
                </a:moveTo>
                <a:cubicBezTo>
                  <a:pt x="2787993" y="210911"/>
                  <a:pt x="2828659" y="320855"/>
                  <a:pt x="2828659" y="462210"/>
                </a:cubicBezTo>
                <a:lnTo>
                  <a:pt x="2828659" y="484647"/>
                </a:lnTo>
                <a:lnTo>
                  <a:pt x="2453615" y="484647"/>
                </a:lnTo>
                <a:cubicBezTo>
                  <a:pt x="2460397" y="305149"/>
                  <a:pt x="2525916" y="210911"/>
                  <a:pt x="2654694" y="210911"/>
                </a:cubicBezTo>
                <a:close/>
                <a:moveTo>
                  <a:pt x="1721599" y="940124"/>
                </a:moveTo>
                <a:lnTo>
                  <a:pt x="1342034" y="940124"/>
                </a:lnTo>
                <a:cubicBezTo>
                  <a:pt x="1416583" y="769602"/>
                  <a:pt x="1436929" y="462210"/>
                  <a:pt x="1436929" y="267005"/>
                </a:cubicBezTo>
                <a:lnTo>
                  <a:pt x="1436929" y="233349"/>
                </a:lnTo>
                <a:lnTo>
                  <a:pt x="1721599" y="233349"/>
                </a:lnTo>
                <a:lnTo>
                  <a:pt x="1721599" y="940124"/>
                </a:lnTo>
                <a:close/>
              </a:path>
            </a:pathLst>
          </a:custGeom>
          <a:solidFill>
            <a:srgbClr val="000000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Рисунок 4">
            <a:extLst>
              <a:ext uri="{FF2B5EF4-FFF2-40B4-BE49-F238E27FC236}">
                <a16:creationId xmlns:a16="http://schemas.microsoft.com/office/drawing/2014/main" id="{13760024-1035-F241-B67E-5B138AE7E6E9}"/>
              </a:ext>
            </a:extLst>
          </p:cNvPr>
          <p:cNvSpPr/>
          <p:nvPr userDrawn="1"/>
        </p:nvSpPr>
        <p:spPr>
          <a:xfrm>
            <a:off x="9032081" y="5576928"/>
            <a:ext cx="1043805" cy="1559399"/>
          </a:xfrm>
          <a:custGeom>
            <a:avLst/>
            <a:gdLst>
              <a:gd name="connsiteX0" fmla="*/ 770428 w 1043805"/>
              <a:gd name="connsiteY0" fmla="*/ 1559399 h 1559399"/>
              <a:gd name="connsiteX1" fmla="*/ 1043805 w 1043805"/>
              <a:gd name="connsiteY1" fmla="*/ 1559399 h 1559399"/>
              <a:gd name="connsiteX2" fmla="*/ 1043805 w 1043805"/>
              <a:gd name="connsiteY2" fmla="*/ 0 h 1559399"/>
              <a:gd name="connsiteX3" fmla="*/ 646165 w 1043805"/>
              <a:gd name="connsiteY3" fmla="*/ 0 h 1559399"/>
              <a:gd name="connsiteX4" fmla="*/ 36149 w 1043805"/>
              <a:gd name="connsiteY4" fmla="*/ 504841 h 1559399"/>
              <a:gd name="connsiteX5" fmla="*/ 356972 w 1043805"/>
              <a:gd name="connsiteY5" fmla="*/ 1032119 h 1559399"/>
              <a:gd name="connsiteX6" fmla="*/ 0 w 1043805"/>
              <a:gd name="connsiteY6" fmla="*/ 1559399 h 1559399"/>
              <a:gd name="connsiteX7" fmla="*/ 295971 w 1043805"/>
              <a:gd name="connsiteY7" fmla="*/ 1559399 h 1559399"/>
              <a:gd name="connsiteX8" fmla="*/ 693611 w 1043805"/>
              <a:gd name="connsiteY8" fmla="*/ 969295 h 1559399"/>
              <a:gd name="connsiteX9" fmla="*/ 555793 w 1043805"/>
              <a:gd name="connsiteY9" fmla="*/ 877301 h 1559399"/>
              <a:gd name="connsiteX10" fmla="*/ 307268 w 1043805"/>
              <a:gd name="connsiteY10" fmla="*/ 489135 h 1559399"/>
              <a:gd name="connsiteX11" fmla="*/ 648424 w 1043805"/>
              <a:gd name="connsiteY11" fmla="*/ 210911 h 1559399"/>
              <a:gd name="connsiteX12" fmla="*/ 770428 w 1043805"/>
              <a:gd name="connsiteY12" fmla="*/ 210911 h 1559399"/>
              <a:gd name="connsiteX13" fmla="*/ 770428 w 1043805"/>
              <a:gd name="connsiteY13" fmla="*/ 1559399 h 1559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43805" h="1559399">
                <a:moveTo>
                  <a:pt x="770428" y="1559399"/>
                </a:moveTo>
                <a:lnTo>
                  <a:pt x="1043805" y="1559399"/>
                </a:lnTo>
                <a:lnTo>
                  <a:pt x="1043805" y="0"/>
                </a:lnTo>
                <a:lnTo>
                  <a:pt x="646165" y="0"/>
                </a:lnTo>
                <a:cubicBezTo>
                  <a:pt x="246266" y="0"/>
                  <a:pt x="36149" y="204180"/>
                  <a:pt x="36149" y="504841"/>
                </a:cubicBezTo>
                <a:cubicBezTo>
                  <a:pt x="36149" y="744921"/>
                  <a:pt x="151374" y="886276"/>
                  <a:pt x="356972" y="1032119"/>
                </a:cubicBezTo>
                <a:lnTo>
                  <a:pt x="0" y="1559399"/>
                </a:lnTo>
                <a:lnTo>
                  <a:pt x="295971" y="1559399"/>
                </a:lnTo>
                <a:lnTo>
                  <a:pt x="693611" y="969295"/>
                </a:lnTo>
                <a:lnTo>
                  <a:pt x="555793" y="877301"/>
                </a:lnTo>
                <a:cubicBezTo>
                  <a:pt x="388602" y="765115"/>
                  <a:pt x="307268" y="677608"/>
                  <a:pt x="307268" y="489135"/>
                </a:cubicBezTo>
                <a:cubicBezTo>
                  <a:pt x="307268" y="323099"/>
                  <a:pt x="424752" y="210911"/>
                  <a:pt x="648424" y="210911"/>
                </a:cubicBezTo>
                <a:lnTo>
                  <a:pt x="770428" y="210911"/>
                </a:lnTo>
                <a:lnTo>
                  <a:pt x="770428" y="1559399"/>
                </a:lnTo>
                <a:close/>
              </a:path>
            </a:pathLst>
          </a:custGeom>
          <a:solidFill>
            <a:srgbClr val="FC3F1D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96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улевой_слайд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4">
            <a:extLst>
              <a:ext uri="{FF2B5EF4-FFF2-40B4-BE49-F238E27FC236}">
                <a16:creationId xmlns:a16="http://schemas.microsoft.com/office/drawing/2014/main" id="{763F4EA5-0FD3-A649-A743-5603FCC9F02E}"/>
              </a:ext>
            </a:extLst>
          </p:cNvPr>
          <p:cNvSpPr/>
          <p:nvPr userDrawn="1"/>
        </p:nvSpPr>
        <p:spPr>
          <a:xfrm>
            <a:off x="10075361" y="5577353"/>
            <a:ext cx="5417844" cy="1581836"/>
          </a:xfrm>
          <a:custGeom>
            <a:avLst/>
            <a:gdLst>
              <a:gd name="connsiteX0" fmla="*/ 2636621 w 5417844"/>
              <a:gd name="connsiteY0" fmla="*/ 1581837 h 1581836"/>
              <a:gd name="connsiteX1" fmla="*/ 2939376 w 5417844"/>
              <a:gd name="connsiteY1" fmla="*/ 1413549 h 1581836"/>
              <a:gd name="connsiteX2" fmla="*/ 2952926 w 5417844"/>
              <a:gd name="connsiteY2" fmla="*/ 1559399 h 1581836"/>
              <a:gd name="connsiteX3" fmla="*/ 3201453 w 5417844"/>
              <a:gd name="connsiteY3" fmla="*/ 1559399 h 1581836"/>
              <a:gd name="connsiteX4" fmla="*/ 3201453 w 5417844"/>
              <a:gd name="connsiteY4" fmla="*/ 0 h 1581836"/>
              <a:gd name="connsiteX5" fmla="*/ 2932594 w 5417844"/>
              <a:gd name="connsiteY5" fmla="*/ 0 h 1581836"/>
              <a:gd name="connsiteX6" fmla="*/ 2932594 w 5417844"/>
              <a:gd name="connsiteY6" fmla="*/ 563177 h 1581836"/>
              <a:gd name="connsiteX7" fmla="*/ 2647923 w 5417844"/>
              <a:gd name="connsiteY7" fmla="*/ 408360 h 1581836"/>
              <a:gd name="connsiteX8" fmla="*/ 2207348 w 5417844"/>
              <a:gd name="connsiteY8" fmla="*/ 1002951 h 1581836"/>
              <a:gd name="connsiteX9" fmla="*/ 2636621 w 5417844"/>
              <a:gd name="connsiteY9" fmla="*/ 1581837 h 1581836"/>
              <a:gd name="connsiteX10" fmla="*/ 4288179 w 5417844"/>
              <a:gd name="connsiteY10" fmla="*/ 1483107 h 1581836"/>
              <a:gd name="connsiteX11" fmla="*/ 4288179 w 5417844"/>
              <a:gd name="connsiteY11" fmla="*/ 1265467 h 1581836"/>
              <a:gd name="connsiteX12" fmla="*/ 3933468 w 5417844"/>
              <a:gd name="connsiteY12" fmla="*/ 1370919 h 1581836"/>
              <a:gd name="connsiteX13" fmla="*/ 3651058 w 5417844"/>
              <a:gd name="connsiteY13" fmla="*/ 1090456 h 1581836"/>
              <a:gd name="connsiteX14" fmla="*/ 4299482 w 5417844"/>
              <a:gd name="connsiteY14" fmla="*/ 1090456 h 1581836"/>
              <a:gd name="connsiteX15" fmla="*/ 4299482 w 5417844"/>
              <a:gd name="connsiteY15" fmla="*/ 949101 h 1581836"/>
              <a:gd name="connsiteX16" fmla="*/ 3856659 w 5417844"/>
              <a:gd name="connsiteY16" fmla="*/ 408360 h 1581836"/>
              <a:gd name="connsiteX17" fmla="*/ 3373157 w 5417844"/>
              <a:gd name="connsiteY17" fmla="*/ 998463 h 1581836"/>
              <a:gd name="connsiteX18" fmla="*/ 3910875 w 5417844"/>
              <a:gd name="connsiteY18" fmla="*/ 1581837 h 1581836"/>
              <a:gd name="connsiteX19" fmla="*/ 4288179 w 5417844"/>
              <a:gd name="connsiteY19" fmla="*/ 1483107 h 1581836"/>
              <a:gd name="connsiteX20" fmla="*/ 905991 w 5417844"/>
              <a:gd name="connsiteY20" fmla="*/ 789796 h 1581836"/>
              <a:gd name="connsiteX21" fmla="*/ 481240 w 5417844"/>
              <a:gd name="connsiteY21" fmla="*/ 412847 h 1581836"/>
              <a:gd name="connsiteX22" fmla="*/ 81335 w 5417844"/>
              <a:gd name="connsiteY22" fmla="*/ 545229 h 1581836"/>
              <a:gd name="connsiteX23" fmla="*/ 81335 w 5417844"/>
              <a:gd name="connsiteY23" fmla="*/ 776333 h 1581836"/>
              <a:gd name="connsiteX24" fmla="*/ 449604 w 5417844"/>
              <a:gd name="connsiteY24" fmla="*/ 626002 h 1581836"/>
              <a:gd name="connsiteX25" fmla="*/ 637132 w 5417844"/>
              <a:gd name="connsiteY25" fmla="*/ 792040 h 1581836"/>
              <a:gd name="connsiteX26" fmla="*/ 637132 w 5417844"/>
              <a:gd name="connsiteY26" fmla="*/ 863838 h 1581836"/>
              <a:gd name="connsiteX27" fmla="*/ 594194 w 5417844"/>
              <a:gd name="connsiteY27" fmla="*/ 863838 h 1581836"/>
              <a:gd name="connsiteX28" fmla="*/ 0 w 5417844"/>
              <a:gd name="connsiteY28" fmla="*/ 1231812 h 1581836"/>
              <a:gd name="connsiteX29" fmla="*/ 347941 w 5417844"/>
              <a:gd name="connsiteY29" fmla="*/ 1575102 h 1581836"/>
              <a:gd name="connsiteX30" fmla="*/ 625829 w 5417844"/>
              <a:gd name="connsiteY30" fmla="*/ 1469649 h 1581836"/>
              <a:gd name="connsiteX31" fmla="*/ 637132 w 5417844"/>
              <a:gd name="connsiteY31" fmla="*/ 1469649 h 1581836"/>
              <a:gd name="connsiteX32" fmla="*/ 657465 w 5417844"/>
              <a:gd name="connsiteY32" fmla="*/ 1559399 h 1581836"/>
              <a:gd name="connsiteX33" fmla="*/ 919542 w 5417844"/>
              <a:gd name="connsiteY33" fmla="*/ 1559399 h 1581836"/>
              <a:gd name="connsiteX34" fmla="*/ 905991 w 5417844"/>
              <a:gd name="connsiteY34" fmla="*/ 1283414 h 1581836"/>
              <a:gd name="connsiteX35" fmla="*/ 905991 w 5417844"/>
              <a:gd name="connsiteY35" fmla="*/ 789796 h 1581836"/>
              <a:gd name="connsiteX36" fmla="*/ 1394002 w 5417844"/>
              <a:gd name="connsiteY36" fmla="*/ 749408 h 1581836"/>
              <a:gd name="connsiteX37" fmla="*/ 1619935 w 5417844"/>
              <a:gd name="connsiteY37" fmla="*/ 637221 h 1581836"/>
              <a:gd name="connsiteX38" fmla="*/ 1757742 w 5417844"/>
              <a:gd name="connsiteY38" fmla="*/ 762871 h 1581836"/>
              <a:gd name="connsiteX39" fmla="*/ 1757742 w 5417844"/>
              <a:gd name="connsiteY39" fmla="*/ 1559399 h 1581836"/>
              <a:gd name="connsiteX40" fmla="*/ 2026614 w 5417844"/>
              <a:gd name="connsiteY40" fmla="*/ 1559399 h 1581836"/>
              <a:gd name="connsiteX41" fmla="*/ 2026614 w 5417844"/>
              <a:gd name="connsiteY41" fmla="*/ 735946 h 1581836"/>
              <a:gd name="connsiteX42" fmla="*/ 1717077 w 5417844"/>
              <a:gd name="connsiteY42" fmla="*/ 412847 h 1581836"/>
              <a:gd name="connsiteX43" fmla="*/ 1407553 w 5417844"/>
              <a:gd name="connsiteY43" fmla="*/ 525035 h 1581836"/>
              <a:gd name="connsiteX44" fmla="*/ 1394002 w 5417844"/>
              <a:gd name="connsiteY44" fmla="*/ 525035 h 1581836"/>
              <a:gd name="connsiteX45" fmla="*/ 1387220 w 5417844"/>
              <a:gd name="connsiteY45" fmla="*/ 430797 h 1581836"/>
              <a:gd name="connsiteX46" fmla="*/ 1125143 w 5417844"/>
              <a:gd name="connsiteY46" fmla="*/ 430797 h 1581836"/>
              <a:gd name="connsiteX47" fmla="*/ 1125143 w 5417844"/>
              <a:gd name="connsiteY47" fmla="*/ 1559399 h 1581836"/>
              <a:gd name="connsiteX48" fmla="*/ 1394002 w 5417844"/>
              <a:gd name="connsiteY48" fmla="*/ 1559399 h 1581836"/>
              <a:gd name="connsiteX49" fmla="*/ 1394002 w 5417844"/>
              <a:gd name="connsiteY49" fmla="*/ 749408 h 1581836"/>
              <a:gd name="connsiteX50" fmla="*/ 5115089 w 5417844"/>
              <a:gd name="connsiteY50" fmla="*/ 1559399 h 1581836"/>
              <a:gd name="connsiteX51" fmla="*/ 5417844 w 5417844"/>
              <a:gd name="connsiteY51" fmla="*/ 1559399 h 1581836"/>
              <a:gd name="connsiteX52" fmla="*/ 5047322 w 5417844"/>
              <a:gd name="connsiteY52" fmla="*/ 978270 h 1581836"/>
              <a:gd name="connsiteX53" fmla="*/ 5368137 w 5417844"/>
              <a:gd name="connsiteY53" fmla="*/ 430797 h 1581836"/>
              <a:gd name="connsiteX54" fmla="*/ 5099277 w 5417844"/>
              <a:gd name="connsiteY54" fmla="*/ 430797 h 1581836"/>
              <a:gd name="connsiteX55" fmla="*/ 4904980 w 5417844"/>
              <a:gd name="connsiteY55" fmla="*/ 771846 h 1581836"/>
              <a:gd name="connsiteX56" fmla="*/ 4688090 w 5417844"/>
              <a:gd name="connsiteY56" fmla="*/ 430797 h 1581836"/>
              <a:gd name="connsiteX57" fmla="*/ 4385335 w 5417844"/>
              <a:gd name="connsiteY57" fmla="*/ 430797 h 1581836"/>
              <a:gd name="connsiteX58" fmla="*/ 4728755 w 5417844"/>
              <a:gd name="connsiteY58" fmla="*/ 971538 h 1581836"/>
              <a:gd name="connsiteX59" fmla="*/ 4371783 w 5417844"/>
              <a:gd name="connsiteY59" fmla="*/ 1559399 h 1581836"/>
              <a:gd name="connsiteX60" fmla="*/ 4645164 w 5417844"/>
              <a:gd name="connsiteY60" fmla="*/ 1559399 h 1581836"/>
              <a:gd name="connsiteX61" fmla="*/ 4873345 w 5417844"/>
              <a:gd name="connsiteY61" fmla="*/ 1177962 h 1581836"/>
              <a:gd name="connsiteX62" fmla="*/ 5115089 w 5417844"/>
              <a:gd name="connsiteY62" fmla="*/ 1559399 h 1581836"/>
              <a:gd name="connsiteX63" fmla="*/ 2715703 w 5417844"/>
              <a:gd name="connsiteY63" fmla="*/ 619271 h 1581836"/>
              <a:gd name="connsiteX64" fmla="*/ 2932594 w 5417844"/>
              <a:gd name="connsiteY64" fmla="*/ 993976 h 1581836"/>
              <a:gd name="connsiteX65" fmla="*/ 2704400 w 5417844"/>
              <a:gd name="connsiteY65" fmla="*/ 1370919 h 1581836"/>
              <a:gd name="connsiteX66" fmla="*/ 2485249 w 5417844"/>
              <a:gd name="connsiteY66" fmla="*/ 1002951 h 1581836"/>
              <a:gd name="connsiteX67" fmla="*/ 2715703 w 5417844"/>
              <a:gd name="connsiteY67" fmla="*/ 619271 h 1581836"/>
              <a:gd name="connsiteX68" fmla="*/ 3852137 w 5417844"/>
              <a:gd name="connsiteY68" fmla="*/ 619271 h 1581836"/>
              <a:gd name="connsiteX69" fmla="*/ 4026102 w 5417844"/>
              <a:gd name="connsiteY69" fmla="*/ 870570 h 1581836"/>
              <a:gd name="connsiteX70" fmla="*/ 4026102 w 5417844"/>
              <a:gd name="connsiteY70" fmla="*/ 893007 h 1581836"/>
              <a:gd name="connsiteX71" fmla="*/ 3651058 w 5417844"/>
              <a:gd name="connsiteY71" fmla="*/ 893007 h 1581836"/>
              <a:gd name="connsiteX72" fmla="*/ 3852137 w 5417844"/>
              <a:gd name="connsiteY72" fmla="*/ 619271 h 1581836"/>
              <a:gd name="connsiteX73" fmla="*/ 637132 w 5417844"/>
              <a:gd name="connsiteY73" fmla="*/ 1290149 h 1581836"/>
              <a:gd name="connsiteX74" fmla="*/ 445083 w 5417844"/>
              <a:gd name="connsiteY74" fmla="*/ 1379899 h 1581836"/>
              <a:gd name="connsiteX75" fmla="*/ 275639 w 5417844"/>
              <a:gd name="connsiteY75" fmla="*/ 1216106 h 1581836"/>
              <a:gd name="connsiteX76" fmla="*/ 598715 w 5417844"/>
              <a:gd name="connsiteY76" fmla="*/ 1041093 h 1581836"/>
              <a:gd name="connsiteX77" fmla="*/ 637132 w 5417844"/>
              <a:gd name="connsiteY77" fmla="*/ 1041093 h 1581836"/>
              <a:gd name="connsiteX78" fmla="*/ 637132 w 5417844"/>
              <a:gd name="connsiteY78" fmla="*/ 1290149 h 1581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5417844" h="1581836">
                <a:moveTo>
                  <a:pt x="2636621" y="1581837"/>
                </a:moveTo>
                <a:cubicBezTo>
                  <a:pt x="2763150" y="1581837"/>
                  <a:pt x="2867075" y="1523492"/>
                  <a:pt x="2939376" y="1413549"/>
                </a:cubicBezTo>
                <a:lnTo>
                  <a:pt x="2952926" y="1559399"/>
                </a:lnTo>
                <a:lnTo>
                  <a:pt x="3201453" y="1559399"/>
                </a:lnTo>
                <a:lnTo>
                  <a:pt x="3201453" y="0"/>
                </a:lnTo>
                <a:lnTo>
                  <a:pt x="2932594" y="0"/>
                </a:lnTo>
                <a:lnTo>
                  <a:pt x="2932594" y="563177"/>
                </a:lnTo>
                <a:cubicBezTo>
                  <a:pt x="2864814" y="462210"/>
                  <a:pt x="2765398" y="408360"/>
                  <a:pt x="2647923" y="408360"/>
                </a:cubicBezTo>
                <a:cubicBezTo>
                  <a:pt x="2388094" y="408360"/>
                  <a:pt x="2207348" y="626002"/>
                  <a:pt x="2207348" y="1002951"/>
                </a:cubicBezTo>
                <a:cubicBezTo>
                  <a:pt x="2207348" y="1375409"/>
                  <a:pt x="2383586" y="1581837"/>
                  <a:pt x="2636621" y="1581837"/>
                </a:cubicBezTo>
                <a:close/>
                <a:moveTo>
                  <a:pt x="4288179" y="1483107"/>
                </a:moveTo>
                <a:lnTo>
                  <a:pt x="4288179" y="1265467"/>
                </a:lnTo>
                <a:cubicBezTo>
                  <a:pt x="4204588" y="1321567"/>
                  <a:pt x="4064507" y="1370919"/>
                  <a:pt x="3933468" y="1370919"/>
                </a:cubicBezTo>
                <a:cubicBezTo>
                  <a:pt x="3736910" y="1370919"/>
                  <a:pt x="3662349" y="1278924"/>
                  <a:pt x="3651058" y="1090456"/>
                </a:cubicBezTo>
                <a:lnTo>
                  <a:pt x="4299482" y="1090456"/>
                </a:lnTo>
                <a:lnTo>
                  <a:pt x="4299482" y="949101"/>
                </a:lnTo>
                <a:cubicBezTo>
                  <a:pt x="4299482" y="556447"/>
                  <a:pt x="4125518" y="408360"/>
                  <a:pt x="3856659" y="408360"/>
                </a:cubicBezTo>
                <a:cubicBezTo>
                  <a:pt x="3529049" y="408360"/>
                  <a:pt x="3373157" y="657415"/>
                  <a:pt x="3373157" y="998463"/>
                </a:cubicBezTo>
                <a:cubicBezTo>
                  <a:pt x="3373157" y="1391112"/>
                  <a:pt x="3567467" y="1581837"/>
                  <a:pt x="3910875" y="1581837"/>
                </a:cubicBezTo>
                <a:cubicBezTo>
                  <a:pt x="4082592" y="1581837"/>
                  <a:pt x="4209109" y="1536962"/>
                  <a:pt x="4288179" y="1483107"/>
                </a:cubicBezTo>
                <a:close/>
                <a:moveTo>
                  <a:pt x="905991" y="789796"/>
                </a:moveTo>
                <a:cubicBezTo>
                  <a:pt x="905991" y="516060"/>
                  <a:pt x="765910" y="412847"/>
                  <a:pt x="481240" y="412847"/>
                </a:cubicBezTo>
                <a:cubicBezTo>
                  <a:pt x="305002" y="412847"/>
                  <a:pt x="162673" y="486891"/>
                  <a:pt x="81335" y="545229"/>
                </a:cubicBezTo>
                <a:lnTo>
                  <a:pt x="81335" y="776333"/>
                </a:lnTo>
                <a:cubicBezTo>
                  <a:pt x="167194" y="706777"/>
                  <a:pt x="298233" y="626002"/>
                  <a:pt x="449604" y="626002"/>
                </a:cubicBezTo>
                <a:cubicBezTo>
                  <a:pt x="578382" y="626002"/>
                  <a:pt x="637132" y="670877"/>
                  <a:pt x="637132" y="792040"/>
                </a:cubicBezTo>
                <a:lnTo>
                  <a:pt x="637132" y="863838"/>
                </a:lnTo>
                <a:lnTo>
                  <a:pt x="594194" y="863838"/>
                </a:lnTo>
                <a:cubicBezTo>
                  <a:pt x="183006" y="863838"/>
                  <a:pt x="0" y="996219"/>
                  <a:pt x="0" y="1231812"/>
                </a:cubicBezTo>
                <a:cubicBezTo>
                  <a:pt x="0" y="1449457"/>
                  <a:pt x="140080" y="1575102"/>
                  <a:pt x="347941" y="1575102"/>
                </a:cubicBezTo>
                <a:cubicBezTo>
                  <a:pt x="506081" y="1575102"/>
                  <a:pt x="573861" y="1523492"/>
                  <a:pt x="625829" y="1469649"/>
                </a:cubicBezTo>
                <a:lnTo>
                  <a:pt x="637132" y="1469649"/>
                </a:lnTo>
                <a:cubicBezTo>
                  <a:pt x="639380" y="1498822"/>
                  <a:pt x="648423" y="1536962"/>
                  <a:pt x="657465" y="1559399"/>
                </a:cubicBezTo>
                <a:lnTo>
                  <a:pt x="919542" y="1559399"/>
                </a:lnTo>
                <a:cubicBezTo>
                  <a:pt x="910500" y="1467404"/>
                  <a:pt x="905991" y="1375409"/>
                  <a:pt x="905991" y="1283414"/>
                </a:cubicBezTo>
                <a:lnTo>
                  <a:pt x="905991" y="789796"/>
                </a:lnTo>
                <a:close/>
                <a:moveTo>
                  <a:pt x="1394002" y="749408"/>
                </a:moveTo>
                <a:cubicBezTo>
                  <a:pt x="1443709" y="688827"/>
                  <a:pt x="1522780" y="637221"/>
                  <a:pt x="1619935" y="637221"/>
                </a:cubicBezTo>
                <a:cubicBezTo>
                  <a:pt x="1714816" y="637221"/>
                  <a:pt x="1757742" y="677608"/>
                  <a:pt x="1757742" y="762871"/>
                </a:cubicBezTo>
                <a:lnTo>
                  <a:pt x="1757742" y="1559399"/>
                </a:lnTo>
                <a:lnTo>
                  <a:pt x="2026614" y="1559399"/>
                </a:lnTo>
                <a:lnTo>
                  <a:pt x="2026614" y="735946"/>
                </a:lnTo>
                <a:cubicBezTo>
                  <a:pt x="2026614" y="511572"/>
                  <a:pt x="1936241" y="412847"/>
                  <a:pt x="1717077" y="412847"/>
                </a:cubicBezTo>
                <a:cubicBezTo>
                  <a:pt x="1556663" y="412847"/>
                  <a:pt x="1461781" y="471185"/>
                  <a:pt x="1407553" y="525035"/>
                </a:cubicBezTo>
                <a:lnTo>
                  <a:pt x="1394002" y="525035"/>
                </a:lnTo>
                <a:lnTo>
                  <a:pt x="1387220" y="430797"/>
                </a:lnTo>
                <a:lnTo>
                  <a:pt x="1125143" y="430797"/>
                </a:lnTo>
                <a:lnTo>
                  <a:pt x="1125143" y="1559399"/>
                </a:lnTo>
                <a:lnTo>
                  <a:pt x="1394002" y="1559399"/>
                </a:lnTo>
                <a:lnTo>
                  <a:pt x="1394002" y="749408"/>
                </a:lnTo>
                <a:close/>
                <a:moveTo>
                  <a:pt x="5115089" y="1559399"/>
                </a:moveTo>
                <a:lnTo>
                  <a:pt x="5417844" y="1559399"/>
                </a:lnTo>
                <a:lnTo>
                  <a:pt x="5047322" y="978270"/>
                </a:lnTo>
                <a:lnTo>
                  <a:pt x="5368137" y="430797"/>
                </a:lnTo>
                <a:lnTo>
                  <a:pt x="5099277" y="430797"/>
                </a:lnTo>
                <a:lnTo>
                  <a:pt x="4904980" y="771846"/>
                </a:lnTo>
                <a:lnTo>
                  <a:pt x="4688090" y="430797"/>
                </a:lnTo>
                <a:lnTo>
                  <a:pt x="4385335" y="430797"/>
                </a:lnTo>
                <a:lnTo>
                  <a:pt x="4728755" y="971538"/>
                </a:lnTo>
                <a:lnTo>
                  <a:pt x="4371783" y="1559399"/>
                </a:lnTo>
                <a:lnTo>
                  <a:pt x="4645164" y="1559399"/>
                </a:lnTo>
                <a:lnTo>
                  <a:pt x="4873345" y="1177962"/>
                </a:lnTo>
                <a:lnTo>
                  <a:pt x="5115089" y="1559399"/>
                </a:lnTo>
                <a:close/>
                <a:moveTo>
                  <a:pt x="2715703" y="619271"/>
                </a:moveTo>
                <a:cubicBezTo>
                  <a:pt x="2860293" y="619271"/>
                  <a:pt x="2932594" y="733702"/>
                  <a:pt x="2932594" y="993976"/>
                </a:cubicBezTo>
                <a:cubicBezTo>
                  <a:pt x="2932594" y="1256493"/>
                  <a:pt x="2855772" y="1370919"/>
                  <a:pt x="2704400" y="1370919"/>
                </a:cubicBezTo>
                <a:cubicBezTo>
                  <a:pt x="2557550" y="1370919"/>
                  <a:pt x="2485249" y="1258732"/>
                  <a:pt x="2485249" y="1002951"/>
                </a:cubicBezTo>
                <a:cubicBezTo>
                  <a:pt x="2485249" y="735946"/>
                  <a:pt x="2562071" y="619271"/>
                  <a:pt x="2715703" y="619271"/>
                </a:cubicBezTo>
                <a:close/>
                <a:moveTo>
                  <a:pt x="3852137" y="619271"/>
                </a:moveTo>
                <a:cubicBezTo>
                  <a:pt x="3985437" y="619271"/>
                  <a:pt x="4026102" y="729215"/>
                  <a:pt x="4026102" y="870570"/>
                </a:cubicBezTo>
                <a:lnTo>
                  <a:pt x="4026102" y="893007"/>
                </a:lnTo>
                <a:lnTo>
                  <a:pt x="3651058" y="893007"/>
                </a:lnTo>
                <a:cubicBezTo>
                  <a:pt x="3657840" y="713508"/>
                  <a:pt x="3723359" y="619271"/>
                  <a:pt x="3852137" y="619271"/>
                </a:cubicBezTo>
                <a:close/>
                <a:moveTo>
                  <a:pt x="637132" y="1290149"/>
                </a:moveTo>
                <a:cubicBezTo>
                  <a:pt x="603236" y="1339514"/>
                  <a:pt x="539977" y="1379899"/>
                  <a:pt x="445083" y="1379899"/>
                </a:cubicBezTo>
                <a:cubicBezTo>
                  <a:pt x="332116" y="1379899"/>
                  <a:pt x="275639" y="1314832"/>
                  <a:pt x="275639" y="1216106"/>
                </a:cubicBezTo>
                <a:cubicBezTo>
                  <a:pt x="275639" y="1085968"/>
                  <a:pt x="368273" y="1041093"/>
                  <a:pt x="598715" y="1041093"/>
                </a:cubicBezTo>
                <a:lnTo>
                  <a:pt x="637132" y="1041093"/>
                </a:lnTo>
                <a:lnTo>
                  <a:pt x="637132" y="1290149"/>
                </a:lnTo>
                <a:close/>
              </a:path>
            </a:pathLst>
          </a:custGeom>
          <a:solidFill>
            <a:srgbClr val="000000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6D06C072-ED2B-624D-B918-DA53B42A51B9}"/>
              </a:ext>
            </a:extLst>
          </p:cNvPr>
          <p:cNvSpPr/>
          <p:nvPr userDrawn="1"/>
        </p:nvSpPr>
        <p:spPr>
          <a:xfrm>
            <a:off x="8889206" y="5577353"/>
            <a:ext cx="1301369" cy="1559399"/>
          </a:xfrm>
          <a:custGeom>
            <a:avLst/>
            <a:gdLst>
              <a:gd name="connsiteX0" fmla="*/ 788502 w 1301369"/>
              <a:gd name="connsiteY0" fmla="*/ 1559399 h 1559399"/>
              <a:gd name="connsiteX1" fmla="*/ 788502 w 1301369"/>
              <a:gd name="connsiteY1" fmla="*/ 1294639 h 1559399"/>
              <a:gd name="connsiteX2" fmla="*/ 686833 w 1301369"/>
              <a:gd name="connsiteY2" fmla="*/ 870570 h 1559399"/>
              <a:gd name="connsiteX3" fmla="*/ 284674 w 1301369"/>
              <a:gd name="connsiteY3" fmla="*/ 0 h 1559399"/>
              <a:gd name="connsiteX4" fmla="*/ 0 w 1301369"/>
              <a:gd name="connsiteY4" fmla="*/ 0 h 1559399"/>
              <a:gd name="connsiteX5" fmla="*/ 515125 w 1301369"/>
              <a:gd name="connsiteY5" fmla="*/ 1112893 h 1559399"/>
              <a:gd name="connsiteX6" fmla="*/ 515125 w 1301369"/>
              <a:gd name="connsiteY6" fmla="*/ 1559399 h 1559399"/>
              <a:gd name="connsiteX7" fmla="*/ 788502 w 1301369"/>
              <a:gd name="connsiteY7" fmla="*/ 1559399 h 1559399"/>
              <a:gd name="connsiteX8" fmla="*/ 966988 w 1301369"/>
              <a:gd name="connsiteY8" fmla="*/ 753896 h 1559399"/>
              <a:gd name="connsiteX9" fmla="*/ 1301369 w 1301369"/>
              <a:gd name="connsiteY9" fmla="*/ 0 h 1559399"/>
              <a:gd name="connsiteX10" fmla="*/ 1023471 w 1301369"/>
              <a:gd name="connsiteY10" fmla="*/ 0 h 1559399"/>
              <a:gd name="connsiteX11" fmla="*/ 689092 w 1301369"/>
              <a:gd name="connsiteY11" fmla="*/ 753896 h 1559399"/>
              <a:gd name="connsiteX12" fmla="*/ 966988 w 1301369"/>
              <a:gd name="connsiteY12" fmla="*/ 753896 h 1559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01369" h="1559399">
                <a:moveTo>
                  <a:pt x="788502" y="1559399"/>
                </a:moveTo>
                <a:lnTo>
                  <a:pt x="788502" y="1294639"/>
                </a:lnTo>
                <a:cubicBezTo>
                  <a:pt x="788502" y="1094943"/>
                  <a:pt x="763650" y="1036607"/>
                  <a:pt x="686833" y="870570"/>
                </a:cubicBezTo>
                <a:lnTo>
                  <a:pt x="284674" y="0"/>
                </a:lnTo>
                <a:lnTo>
                  <a:pt x="0" y="0"/>
                </a:lnTo>
                <a:lnTo>
                  <a:pt x="515125" y="1112893"/>
                </a:lnTo>
                <a:lnTo>
                  <a:pt x="515125" y="1559399"/>
                </a:lnTo>
                <a:lnTo>
                  <a:pt x="788502" y="1559399"/>
                </a:lnTo>
                <a:close/>
                <a:moveTo>
                  <a:pt x="966988" y="753896"/>
                </a:moveTo>
                <a:lnTo>
                  <a:pt x="1301369" y="0"/>
                </a:lnTo>
                <a:lnTo>
                  <a:pt x="1023471" y="0"/>
                </a:lnTo>
                <a:lnTo>
                  <a:pt x="689092" y="753896"/>
                </a:lnTo>
                <a:lnTo>
                  <a:pt x="966988" y="753896"/>
                </a:lnTo>
                <a:close/>
              </a:path>
            </a:pathLst>
          </a:custGeom>
          <a:solidFill>
            <a:srgbClr val="FC3F1D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63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r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2001" y="10061096"/>
            <a:ext cx="18308288" cy="1818167"/>
          </a:xfrm>
        </p:spPr>
        <p:txBody>
          <a:bodyPr lIns="0" tIns="0" rIns="0" bIns="251999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latin typeface="+mn-lt"/>
              </a:defRPr>
            </a:lvl1pPr>
            <a:lvl2pPr marL="914354" indent="0" algn="ctr">
              <a:buNone/>
              <a:defRPr sz="4000"/>
            </a:lvl2pPr>
            <a:lvl3pPr marL="1828710" indent="0" algn="ctr">
              <a:buNone/>
              <a:defRPr sz="3600"/>
            </a:lvl3pPr>
            <a:lvl4pPr marL="2743064" indent="0" algn="ctr">
              <a:buNone/>
              <a:defRPr sz="3200"/>
            </a:lvl4pPr>
            <a:lvl5pPr marL="3657419" indent="0" algn="ctr">
              <a:buNone/>
              <a:defRPr sz="3200"/>
            </a:lvl5pPr>
            <a:lvl6pPr marL="4571773" indent="0" algn="ctr">
              <a:buNone/>
              <a:defRPr sz="3200"/>
            </a:lvl6pPr>
            <a:lvl7pPr marL="5486127" indent="0" algn="ctr">
              <a:buNone/>
              <a:defRPr sz="3200"/>
            </a:lvl7pPr>
            <a:lvl8pPr marL="6400483" indent="0" algn="ctr">
              <a:buNone/>
              <a:defRPr sz="3200"/>
            </a:lvl8pPr>
            <a:lvl9pPr marL="7314837" indent="0" algn="ctr">
              <a:buNone/>
              <a:defRPr sz="3200"/>
            </a:lvl9pPr>
          </a:lstStyle>
          <a:p>
            <a:r>
              <a:rPr lang="ru-RU" dirty="0"/>
              <a:t>Имя и Фамилия, должность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D50639F-F59F-B746-A68D-63C278D476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2718" y="3831168"/>
            <a:ext cx="18308288" cy="5493808"/>
          </a:xfrm>
        </p:spPr>
        <p:txBody>
          <a:bodyPr vert="horz" tIns="216000" rIns="0" anchor="ctr" anchorCtr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latin typeface="+mj-lt"/>
              </a:defRPr>
            </a:lvl1pPr>
          </a:lstStyle>
          <a:p>
            <a:r>
              <a:rPr lang="ru-RU" dirty="0"/>
              <a:t>Заголовок презентации</a:t>
            </a:r>
            <a:endParaRPr lang="en-US" dirty="0"/>
          </a:p>
        </p:txBody>
      </p:sp>
      <p:sp>
        <p:nvSpPr>
          <p:cNvPr id="35" name="Рисунок 9">
            <a:extLst>
              <a:ext uri="{FF2B5EF4-FFF2-40B4-BE49-F238E27FC236}">
                <a16:creationId xmlns:a16="http://schemas.microsoft.com/office/drawing/2014/main" id="{48D1D383-E3AC-5F4C-BB7C-F076B9B83E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484475" y="1753711"/>
            <a:ext cx="5865814" cy="1227234"/>
          </a:xfrm>
          <a:noFill/>
          <a:ln>
            <a:noFill/>
          </a:ln>
        </p:spPr>
        <p:txBody>
          <a:bodyPr tIns="594000">
            <a:noAutofit/>
          </a:bodyPr>
          <a:lstStyle>
            <a:lvl1pPr marL="0" indent="0" algn="ctr">
              <a:buFontTx/>
              <a:buNone/>
              <a:defRPr sz="3200" b="0" i="0" baseline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ru-RU" dirty="0"/>
              <a:t>Логотип</a:t>
            </a:r>
            <a:r>
              <a:rPr lang="en-US" dirty="0"/>
              <a:t> </a:t>
            </a:r>
            <a:r>
              <a:rPr lang="ru-RU" dirty="0"/>
              <a:t>партнёра</a:t>
            </a:r>
            <a:r>
              <a:rPr lang="en-US" dirty="0"/>
              <a:t> </a:t>
            </a:r>
            <a:r>
              <a:rPr lang="ru-RU" dirty="0"/>
              <a:t>или</a:t>
            </a:r>
            <a:r>
              <a:rPr lang="en-US" dirty="0"/>
              <a:t> NDA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9CC716-CB3F-B54A-A00D-064C0689C1F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0138" y="2211387"/>
            <a:ext cx="2214000" cy="61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60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NDA_r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5846" y="1821449"/>
            <a:ext cx="1551918" cy="1034612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2DEBE05-BD93-9E4C-8833-39CDD96963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42001" y="10061096"/>
            <a:ext cx="18308288" cy="1818167"/>
          </a:xfrm>
        </p:spPr>
        <p:txBody>
          <a:bodyPr lIns="0" tIns="0" rIns="0" bIns="251999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latin typeface="+mn-lt"/>
              </a:defRPr>
            </a:lvl1pPr>
            <a:lvl2pPr marL="914354" indent="0" algn="ctr">
              <a:buNone/>
              <a:defRPr sz="4000"/>
            </a:lvl2pPr>
            <a:lvl3pPr marL="1828710" indent="0" algn="ctr">
              <a:buNone/>
              <a:defRPr sz="3600"/>
            </a:lvl3pPr>
            <a:lvl4pPr marL="2743064" indent="0" algn="ctr">
              <a:buNone/>
              <a:defRPr sz="3200"/>
            </a:lvl4pPr>
            <a:lvl5pPr marL="3657419" indent="0" algn="ctr">
              <a:buNone/>
              <a:defRPr sz="3200"/>
            </a:lvl5pPr>
            <a:lvl6pPr marL="4571773" indent="0" algn="ctr">
              <a:buNone/>
              <a:defRPr sz="3200"/>
            </a:lvl6pPr>
            <a:lvl7pPr marL="5486127" indent="0" algn="ctr">
              <a:buNone/>
              <a:defRPr sz="3200"/>
            </a:lvl7pPr>
            <a:lvl8pPr marL="6400483" indent="0" algn="ctr">
              <a:buNone/>
              <a:defRPr sz="3200"/>
            </a:lvl8pPr>
            <a:lvl9pPr marL="7314837" indent="0" algn="ctr">
              <a:buNone/>
              <a:defRPr sz="3200"/>
            </a:lvl9pPr>
          </a:lstStyle>
          <a:p>
            <a:r>
              <a:rPr lang="ru-RU" dirty="0"/>
              <a:t>Имя и Фамилия, должность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9DE0F7C-FF9C-4248-9895-EC5F33449F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2718" y="3831168"/>
            <a:ext cx="18308288" cy="5493808"/>
          </a:xfrm>
        </p:spPr>
        <p:txBody>
          <a:bodyPr vert="horz" tIns="216000" rIns="0" anchor="ctr" anchorCtr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latin typeface="+mj-lt"/>
              </a:defRPr>
            </a:lvl1pPr>
          </a:lstStyle>
          <a:p>
            <a:r>
              <a:rPr lang="ru-RU" dirty="0"/>
              <a:t>Заголовок презентации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F0B164-80C7-F34D-A750-157999CB522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0138" y="2211387"/>
            <a:ext cx="2217600" cy="61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26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e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F6C8D39B-D58C-0445-9CFA-71520C250F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42001" y="10061096"/>
            <a:ext cx="18308288" cy="1818167"/>
          </a:xfrm>
        </p:spPr>
        <p:txBody>
          <a:bodyPr lIns="0" tIns="0" rIns="0" bIns="251999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latin typeface="+mn-lt"/>
              </a:defRPr>
            </a:lvl1pPr>
            <a:lvl2pPr marL="914354" indent="0" algn="ctr">
              <a:buNone/>
              <a:defRPr sz="4000"/>
            </a:lvl2pPr>
            <a:lvl3pPr marL="1828710" indent="0" algn="ctr">
              <a:buNone/>
              <a:defRPr sz="3600"/>
            </a:lvl3pPr>
            <a:lvl4pPr marL="2743064" indent="0" algn="ctr">
              <a:buNone/>
              <a:defRPr sz="3200"/>
            </a:lvl4pPr>
            <a:lvl5pPr marL="3657419" indent="0" algn="ctr">
              <a:buNone/>
              <a:defRPr sz="3200"/>
            </a:lvl5pPr>
            <a:lvl6pPr marL="4571773" indent="0" algn="ctr">
              <a:buNone/>
              <a:defRPr sz="3200"/>
            </a:lvl6pPr>
            <a:lvl7pPr marL="5486127" indent="0" algn="ctr">
              <a:buNone/>
              <a:defRPr sz="3200"/>
            </a:lvl7pPr>
            <a:lvl8pPr marL="6400483" indent="0" algn="ctr">
              <a:buNone/>
              <a:defRPr sz="3200"/>
            </a:lvl8pPr>
            <a:lvl9pPr marL="7314837" indent="0" algn="ctr">
              <a:buNone/>
              <a:defRPr sz="3200"/>
            </a:lvl9pPr>
          </a:lstStyle>
          <a:p>
            <a:r>
              <a:rPr lang="en-US" dirty="0"/>
              <a:t>Name</a:t>
            </a:r>
            <a:r>
              <a:rPr lang="ru-RU" dirty="0"/>
              <a:t>, </a:t>
            </a:r>
            <a:r>
              <a:rPr lang="en-US" dirty="0"/>
              <a:t>position</a:t>
            </a:r>
          </a:p>
        </p:txBody>
      </p:sp>
      <p:sp>
        <p:nvSpPr>
          <p:cNvPr id="11" name="Рисунок 9">
            <a:extLst>
              <a:ext uri="{FF2B5EF4-FFF2-40B4-BE49-F238E27FC236}">
                <a16:creationId xmlns:a16="http://schemas.microsoft.com/office/drawing/2014/main" id="{1B0B3019-AFD9-0743-8868-0C3A8ED2169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484475" y="1753711"/>
            <a:ext cx="5865814" cy="1227234"/>
          </a:xfrm>
          <a:noFill/>
          <a:ln>
            <a:noFill/>
          </a:ln>
        </p:spPr>
        <p:txBody>
          <a:bodyPr tIns="594000">
            <a:noAutofit/>
          </a:bodyPr>
          <a:lstStyle>
            <a:lvl1pPr marL="0" indent="0" algn="ctr">
              <a:buFontTx/>
              <a:buNone/>
              <a:defRPr sz="3200" b="0" i="0" baseline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ru-RU" dirty="0"/>
              <a:t>Логотип</a:t>
            </a:r>
            <a:r>
              <a:rPr lang="en-US" dirty="0"/>
              <a:t> </a:t>
            </a:r>
            <a:r>
              <a:rPr lang="ru-RU" dirty="0"/>
              <a:t>партнёра или </a:t>
            </a:r>
            <a:r>
              <a:rPr lang="en-US" dirty="0"/>
              <a:t>NDA</a:t>
            </a:r>
            <a:endParaRPr lang="ru-R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F670BF-8E22-3E4D-9C0A-54CE30779E6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2718" y="3831168"/>
            <a:ext cx="18308288" cy="5493808"/>
          </a:xfrm>
        </p:spPr>
        <p:txBody>
          <a:bodyPr vert="horz" tIns="216000" rIns="0" anchor="ctr" anchorCtr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93F9EC-05A0-2C40-A344-6CFFE0ABD17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038475" y="2211387"/>
            <a:ext cx="2217597" cy="61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15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NDA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C3997C0-5DDE-C545-B51F-566050A0DA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2718" y="3831168"/>
            <a:ext cx="18308288" cy="5493808"/>
          </a:xfrm>
        </p:spPr>
        <p:txBody>
          <a:bodyPr vert="horz" tIns="216000" rIns="0" anchor="ctr" anchorCtr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1EEFBE62-308B-FB40-AD33-EF31CBD756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42001" y="10061096"/>
            <a:ext cx="18308288" cy="1818167"/>
          </a:xfrm>
        </p:spPr>
        <p:txBody>
          <a:bodyPr lIns="0" tIns="0" rIns="0" bIns="251999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latin typeface="+mn-lt"/>
              </a:defRPr>
            </a:lvl1pPr>
            <a:lvl2pPr marL="914354" indent="0" algn="ctr">
              <a:buNone/>
              <a:defRPr sz="4000"/>
            </a:lvl2pPr>
            <a:lvl3pPr marL="1828710" indent="0" algn="ctr">
              <a:buNone/>
              <a:defRPr sz="3600"/>
            </a:lvl3pPr>
            <a:lvl4pPr marL="2743064" indent="0" algn="ctr">
              <a:buNone/>
              <a:defRPr sz="3200"/>
            </a:lvl4pPr>
            <a:lvl5pPr marL="3657419" indent="0" algn="ctr">
              <a:buNone/>
              <a:defRPr sz="3200"/>
            </a:lvl5pPr>
            <a:lvl6pPr marL="4571773" indent="0" algn="ctr">
              <a:buNone/>
              <a:defRPr sz="3200"/>
            </a:lvl6pPr>
            <a:lvl7pPr marL="5486127" indent="0" algn="ctr">
              <a:buNone/>
              <a:defRPr sz="3200"/>
            </a:lvl7pPr>
            <a:lvl8pPr marL="6400483" indent="0" algn="ctr">
              <a:buNone/>
              <a:defRPr sz="3200"/>
            </a:lvl8pPr>
            <a:lvl9pPr marL="7314837" indent="0" algn="ctr">
              <a:buNone/>
              <a:defRPr sz="3200"/>
            </a:lvl9pPr>
          </a:lstStyle>
          <a:p>
            <a:r>
              <a:rPr lang="en-US" dirty="0"/>
              <a:t>Name</a:t>
            </a:r>
            <a:r>
              <a:rPr lang="ru-RU" dirty="0"/>
              <a:t>, </a:t>
            </a:r>
            <a:r>
              <a:rPr lang="en-US" dirty="0"/>
              <a:t>position</a:t>
            </a:r>
          </a:p>
        </p:txBody>
      </p:sp>
      <p:pic>
        <p:nvPicPr>
          <p:cNvPr id="22" name="Рисунок 3">
            <a:extLst>
              <a:ext uri="{FF2B5EF4-FFF2-40B4-BE49-F238E27FC236}">
                <a16:creationId xmlns:a16="http://schemas.microsoft.com/office/drawing/2014/main" id="{96436556-10C6-FC4D-A17B-DC11B267B4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5846" y="1821449"/>
            <a:ext cx="1551918" cy="103461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297DD7-9F0D-0048-BB7A-64CC6B823BC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038475" y="2211387"/>
            <a:ext cx="2217597" cy="61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85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_печа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2001" y="915889"/>
            <a:ext cx="18308288" cy="1085949"/>
          </a:xfrm>
          <a:prstGeom prst="rect">
            <a:avLst/>
          </a:prstGeom>
        </p:spPr>
        <p:txBody>
          <a:bodyPr tIns="125999" anchor="t">
            <a:no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 marL="914308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61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292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235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54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585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16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46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18877E-EFDC-BB45-AB21-136CBDAED2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2718" y="3831168"/>
            <a:ext cx="18308288" cy="5493808"/>
          </a:xfrm>
        </p:spPr>
        <p:txBody>
          <a:bodyPr vert="horz" tIns="216000" rIns="0" anchor="ctr" anchorCtr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0113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2001" y="915889"/>
            <a:ext cx="18308288" cy="1085949"/>
          </a:xfrm>
          <a:prstGeom prst="rect">
            <a:avLst/>
          </a:prstGeom>
        </p:spPr>
        <p:txBody>
          <a:bodyPr tIns="125999" anchor="t">
            <a:no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 marL="914308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61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292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235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54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585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16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46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18877E-EFDC-BB45-AB21-136CBDAED2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2718" y="3831168"/>
            <a:ext cx="18308288" cy="5493808"/>
          </a:xfrm>
        </p:spPr>
        <p:txBody>
          <a:bodyPr vert="horz" tIns="216000" rIns="0" anchor="ctr" anchorCtr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4242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_иконка_печа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2">
            <a:extLst>
              <a:ext uri="{FF2B5EF4-FFF2-40B4-BE49-F238E27FC236}">
                <a16:creationId xmlns:a16="http://schemas.microsoft.com/office/drawing/2014/main" id="{121498A8-B247-8E41-B989-21A7A9E9BA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89074" y="5561156"/>
            <a:ext cx="2911489" cy="2438960"/>
          </a:xfrm>
          <a:prstGeom prst="rect">
            <a:avLst/>
          </a:prstGeom>
        </p:spPr>
        <p:txBody>
          <a:bodyPr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C3A226A-A6E5-FC45-8E25-292A9270E55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245631" y="915889"/>
            <a:ext cx="16104658" cy="1085949"/>
          </a:xfrm>
          <a:prstGeom prst="rect">
            <a:avLst/>
          </a:prstGeom>
        </p:spPr>
        <p:txBody>
          <a:bodyPr tIns="125999" anchor="t">
            <a:no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 marL="914308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61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292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235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54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585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16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46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F78064-496F-884F-B574-B9E9DA8C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6348" y="3831168"/>
            <a:ext cx="16103940" cy="5493808"/>
          </a:xfrm>
        </p:spPr>
        <p:txBody>
          <a:bodyPr vert="horz" tIns="216000" rIns="0" anchor="ctr" anchorCtr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4067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_иконк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2">
            <a:extLst>
              <a:ext uri="{FF2B5EF4-FFF2-40B4-BE49-F238E27FC236}">
                <a16:creationId xmlns:a16="http://schemas.microsoft.com/office/drawing/2014/main" id="{121498A8-B247-8E41-B989-21A7A9E9BA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89074" y="5561156"/>
            <a:ext cx="2911489" cy="2438960"/>
          </a:xfrm>
          <a:prstGeom prst="rect">
            <a:avLst/>
          </a:prstGeom>
        </p:spPr>
        <p:txBody>
          <a:bodyPr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C3A226A-A6E5-FC45-8E25-292A9270E55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245631" y="915889"/>
            <a:ext cx="16104658" cy="1085949"/>
          </a:xfrm>
          <a:prstGeom prst="rect">
            <a:avLst/>
          </a:prstGeom>
        </p:spPr>
        <p:txBody>
          <a:bodyPr tIns="125999" anchor="t">
            <a:no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 marL="914308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61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292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235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54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585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16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46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F78064-496F-884F-B574-B9E9DA8C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6348" y="3831168"/>
            <a:ext cx="16103940" cy="5493808"/>
          </a:xfrm>
        </p:spPr>
        <p:txBody>
          <a:bodyPr vert="horz" tIns="216000" rIns="0" anchor="ctr" anchorCtr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581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_изображение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8F06DF-25BF-DA43-A249-1D8E105D81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638" y="0"/>
            <a:ext cx="24382413" cy="13716000"/>
          </a:xfrm>
          <a:prstGeom prst="rect">
            <a:avLst/>
          </a:pr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На фон нужно вставить изображение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A2A1BFC-2E62-AF46-B06C-706D800F0B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42000" y="915889"/>
            <a:ext cx="18308288" cy="1085949"/>
          </a:xfrm>
          <a:prstGeom prst="rect">
            <a:avLst/>
          </a:prstGeom>
        </p:spPr>
        <p:txBody>
          <a:bodyPr tIns="125999" anchor="t">
            <a:noAutofit/>
          </a:bodyPr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914308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61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292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235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54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585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16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46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0F8C3D-6D3E-D240-A05F-03CA334B26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2718" y="3831168"/>
            <a:ext cx="8784157" cy="5493808"/>
          </a:xfrm>
        </p:spPr>
        <p:txBody>
          <a:bodyPr vert="horz" tIns="216000" rIns="0" anchor="ctr" anchorCtr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347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одержание_печа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241600" y="3824935"/>
            <a:ext cx="6577044" cy="73912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Первый раздел</a:t>
            </a:r>
          </a:p>
        </p:txBody>
      </p:sp>
      <p:sp>
        <p:nvSpPr>
          <p:cNvPr id="31" name="Title 1"/>
          <p:cNvSpPr>
            <a:spLocks noGrp="1"/>
          </p:cNvSpPr>
          <p:nvPr>
            <p:ph type="title" hasCustomPrompt="1"/>
          </p:nvPr>
        </p:nvSpPr>
        <p:spPr>
          <a:xfrm>
            <a:off x="3042000" y="1630363"/>
            <a:ext cx="18308288" cy="1473200"/>
          </a:xfrm>
        </p:spPr>
        <p:txBody>
          <a:bodyPr tIns="216000" rIns="0"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2" name="Текст 3">
            <a:extLst>
              <a:ext uri="{FF2B5EF4-FFF2-40B4-BE49-F238E27FC236}">
                <a16:creationId xmlns:a16="http://schemas.microsoft.com/office/drawing/2014/main" id="{59F20745-D3B4-E445-AF16-337808FC88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41999" y="3828862"/>
            <a:ext cx="1458563" cy="73342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68C071BF-C16D-9E4B-AEEF-072A72D2CB6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243044" y="5304692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Второй раздел</a:t>
            </a:r>
          </a:p>
        </p:txBody>
      </p:sp>
      <p:sp>
        <p:nvSpPr>
          <p:cNvPr id="28" name="Текст 3">
            <a:extLst>
              <a:ext uri="{FF2B5EF4-FFF2-40B4-BE49-F238E27FC236}">
                <a16:creationId xmlns:a16="http://schemas.microsoft.com/office/drawing/2014/main" id="{D1B7A5B9-7DAF-A941-AE5F-8010D004A7F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041999" y="5307795"/>
            <a:ext cx="1458563" cy="72399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519C18FB-A744-6849-8662-B416DEBDF17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243044" y="6767696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Третий раздел</a:t>
            </a:r>
          </a:p>
        </p:txBody>
      </p:sp>
      <p:sp>
        <p:nvSpPr>
          <p:cNvPr id="30" name="Текст 3">
            <a:extLst>
              <a:ext uri="{FF2B5EF4-FFF2-40B4-BE49-F238E27FC236}">
                <a16:creationId xmlns:a16="http://schemas.microsoft.com/office/drawing/2014/main" id="{F4406C1D-B142-5F47-9DBA-4D0B7047D1E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041999" y="6770799"/>
            <a:ext cx="1458563" cy="72399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33" name="Текст 6">
            <a:extLst>
              <a:ext uri="{FF2B5EF4-FFF2-40B4-BE49-F238E27FC236}">
                <a16:creationId xmlns:a16="http://schemas.microsoft.com/office/drawing/2014/main" id="{2BEC180E-3B2E-8640-8FD3-C1E1AC2375D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243044" y="8226447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Четвёртый раздел</a:t>
            </a:r>
          </a:p>
        </p:txBody>
      </p:sp>
      <p:sp>
        <p:nvSpPr>
          <p:cNvPr id="34" name="Текст 3">
            <a:extLst>
              <a:ext uri="{FF2B5EF4-FFF2-40B4-BE49-F238E27FC236}">
                <a16:creationId xmlns:a16="http://schemas.microsoft.com/office/drawing/2014/main" id="{A0B4DC4D-EBAE-5742-8F8D-6B3F47BCCE3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041999" y="8229550"/>
            <a:ext cx="1458563" cy="7160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35" name="Текст 6">
            <a:extLst>
              <a:ext uri="{FF2B5EF4-FFF2-40B4-BE49-F238E27FC236}">
                <a16:creationId xmlns:a16="http://schemas.microsoft.com/office/drawing/2014/main" id="{2D16315E-6FEC-174B-B128-E5925E3BF57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243044" y="9689734"/>
            <a:ext cx="6577044" cy="730616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Пятый раздел</a:t>
            </a:r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65142D94-0E1F-2049-A2D9-0B852880521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041999" y="9687521"/>
            <a:ext cx="1458563" cy="73282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37" name="Текст 6">
            <a:extLst>
              <a:ext uri="{FF2B5EF4-FFF2-40B4-BE49-F238E27FC236}">
                <a16:creationId xmlns:a16="http://schemas.microsoft.com/office/drawing/2014/main" id="{0A800AF3-5748-4E43-804C-FC43E177662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243044" y="11155988"/>
            <a:ext cx="6577044" cy="730616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Шестой раздел</a:t>
            </a:r>
          </a:p>
        </p:txBody>
      </p:sp>
      <p:sp>
        <p:nvSpPr>
          <p:cNvPr id="38" name="Текст 3">
            <a:extLst>
              <a:ext uri="{FF2B5EF4-FFF2-40B4-BE49-F238E27FC236}">
                <a16:creationId xmlns:a16="http://schemas.microsoft.com/office/drawing/2014/main" id="{EDE561E0-4221-244D-9277-8CEBC45B769C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3041999" y="11153775"/>
            <a:ext cx="1458563" cy="73282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39" name="Текст 6">
            <a:extLst>
              <a:ext uri="{FF2B5EF4-FFF2-40B4-BE49-F238E27FC236}">
                <a16:creationId xmlns:a16="http://schemas.microsoft.com/office/drawing/2014/main" id="{9B3E06BA-02B6-454D-8FF6-9F34EB7F266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4772407" y="3824935"/>
            <a:ext cx="6577044" cy="73912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Седьмой раздел</a:t>
            </a:r>
          </a:p>
        </p:txBody>
      </p:sp>
      <p:sp>
        <p:nvSpPr>
          <p:cNvPr id="40" name="Текст 3">
            <a:extLst>
              <a:ext uri="{FF2B5EF4-FFF2-40B4-BE49-F238E27FC236}">
                <a16:creationId xmlns:a16="http://schemas.microsoft.com/office/drawing/2014/main" id="{6B97D422-B3E5-1D45-ADF1-E96D651934A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2572806" y="3828862"/>
            <a:ext cx="1458563" cy="73342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41" name="Текст 6">
            <a:extLst>
              <a:ext uri="{FF2B5EF4-FFF2-40B4-BE49-F238E27FC236}">
                <a16:creationId xmlns:a16="http://schemas.microsoft.com/office/drawing/2014/main" id="{A027CAEB-994C-F846-BC00-4FACCD445DA6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4773851" y="5304692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Восьмой раздел</a:t>
            </a:r>
          </a:p>
        </p:txBody>
      </p:sp>
      <p:sp>
        <p:nvSpPr>
          <p:cNvPr id="42" name="Текст 3">
            <a:extLst>
              <a:ext uri="{FF2B5EF4-FFF2-40B4-BE49-F238E27FC236}">
                <a16:creationId xmlns:a16="http://schemas.microsoft.com/office/drawing/2014/main" id="{DCC82649-AFC6-C546-B02B-707A8BFB64EA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2572806" y="5307795"/>
            <a:ext cx="1458563" cy="72399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43" name="Текст 6">
            <a:extLst>
              <a:ext uri="{FF2B5EF4-FFF2-40B4-BE49-F238E27FC236}">
                <a16:creationId xmlns:a16="http://schemas.microsoft.com/office/drawing/2014/main" id="{785F48D9-DFBF-F543-A309-A4192603225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4773851" y="6767696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Девятый раздел</a:t>
            </a:r>
          </a:p>
        </p:txBody>
      </p:sp>
      <p:sp>
        <p:nvSpPr>
          <p:cNvPr id="66" name="Текст 3">
            <a:extLst>
              <a:ext uri="{FF2B5EF4-FFF2-40B4-BE49-F238E27FC236}">
                <a16:creationId xmlns:a16="http://schemas.microsoft.com/office/drawing/2014/main" id="{D070534D-117D-5D45-A37B-B8EA2D6523C2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2572806" y="6770799"/>
            <a:ext cx="1458563" cy="72399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67" name="Текст 6">
            <a:extLst>
              <a:ext uri="{FF2B5EF4-FFF2-40B4-BE49-F238E27FC236}">
                <a16:creationId xmlns:a16="http://schemas.microsoft.com/office/drawing/2014/main" id="{CACCE557-BB3B-0A4E-AA6C-0DF5ABD7E686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4773851" y="8226447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Десятый раздел</a:t>
            </a:r>
          </a:p>
        </p:txBody>
      </p:sp>
      <p:sp>
        <p:nvSpPr>
          <p:cNvPr id="68" name="Текст 3">
            <a:extLst>
              <a:ext uri="{FF2B5EF4-FFF2-40B4-BE49-F238E27FC236}">
                <a16:creationId xmlns:a16="http://schemas.microsoft.com/office/drawing/2014/main" id="{D3DEBB94-69EE-5842-9000-3509D15EACD7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2572806" y="8229550"/>
            <a:ext cx="1458563" cy="7160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69" name="Текст 6">
            <a:extLst>
              <a:ext uri="{FF2B5EF4-FFF2-40B4-BE49-F238E27FC236}">
                <a16:creationId xmlns:a16="http://schemas.microsoft.com/office/drawing/2014/main" id="{88C3D922-D9E3-D743-94EE-C0562E3A27D0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4773851" y="9689734"/>
            <a:ext cx="6577044" cy="730616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Одиннадцатый раздел</a:t>
            </a:r>
          </a:p>
        </p:txBody>
      </p:sp>
      <p:sp>
        <p:nvSpPr>
          <p:cNvPr id="70" name="Текст 3">
            <a:extLst>
              <a:ext uri="{FF2B5EF4-FFF2-40B4-BE49-F238E27FC236}">
                <a16:creationId xmlns:a16="http://schemas.microsoft.com/office/drawing/2014/main" id="{9592070E-32D6-204B-98DD-C681B353234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572806" y="9687521"/>
            <a:ext cx="1458563" cy="73282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71" name="Текст 6">
            <a:extLst>
              <a:ext uri="{FF2B5EF4-FFF2-40B4-BE49-F238E27FC236}">
                <a16:creationId xmlns:a16="http://schemas.microsoft.com/office/drawing/2014/main" id="{A5A0FFF5-8CA8-4949-AA02-7FE56AA031B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4773851" y="11155988"/>
            <a:ext cx="6577044" cy="730616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Двенадцатый раздел</a:t>
            </a:r>
          </a:p>
        </p:txBody>
      </p:sp>
      <p:sp>
        <p:nvSpPr>
          <p:cNvPr id="72" name="Текст 3">
            <a:extLst>
              <a:ext uri="{FF2B5EF4-FFF2-40B4-BE49-F238E27FC236}">
                <a16:creationId xmlns:a16="http://schemas.microsoft.com/office/drawing/2014/main" id="{1BE75190-6D2A-6E4A-9D09-464B35FDC320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2572806" y="11153775"/>
            <a:ext cx="1458563" cy="73282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075963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241600" y="3824935"/>
            <a:ext cx="6577044" cy="73912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Первый раздел</a:t>
            </a:r>
          </a:p>
        </p:txBody>
      </p:sp>
      <p:sp>
        <p:nvSpPr>
          <p:cNvPr id="31" name="Title 1"/>
          <p:cNvSpPr>
            <a:spLocks noGrp="1"/>
          </p:cNvSpPr>
          <p:nvPr>
            <p:ph type="title" hasCustomPrompt="1"/>
          </p:nvPr>
        </p:nvSpPr>
        <p:spPr>
          <a:xfrm>
            <a:off x="3042000" y="1630363"/>
            <a:ext cx="18308288" cy="1473200"/>
          </a:xfrm>
        </p:spPr>
        <p:txBody>
          <a:bodyPr tIns="216000" rIns="0"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2" name="Текст 3">
            <a:extLst>
              <a:ext uri="{FF2B5EF4-FFF2-40B4-BE49-F238E27FC236}">
                <a16:creationId xmlns:a16="http://schemas.microsoft.com/office/drawing/2014/main" id="{59F20745-D3B4-E445-AF16-337808FC88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41999" y="3828862"/>
            <a:ext cx="1458563" cy="73342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68C071BF-C16D-9E4B-AEEF-072A72D2CB6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243044" y="5304692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Второй раздел</a:t>
            </a:r>
          </a:p>
        </p:txBody>
      </p:sp>
      <p:sp>
        <p:nvSpPr>
          <p:cNvPr id="28" name="Текст 3">
            <a:extLst>
              <a:ext uri="{FF2B5EF4-FFF2-40B4-BE49-F238E27FC236}">
                <a16:creationId xmlns:a16="http://schemas.microsoft.com/office/drawing/2014/main" id="{D1B7A5B9-7DAF-A941-AE5F-8010D004A7F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041999" y="5307795"/>
            <a:ext cx="1458563" cy="72399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519C18FB-A744-6849-8662-B416DEBDF17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243044" y="6767696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Третий раздел</a:t>
            </a:r>
          </a:p>
        </p:txBody>
      </p:sp>
      <p:sp>
        <p:nvSpPr>
          <p:cNvPr id="30" name="Текст 3">
            <a:extLst>
              <a:ext uri="{FF2B5EF4-FFF2-40B4-BE49-F238E27FC236}">
                <a16:creationId xmlns:a16="http://schemas.microsoft.com/office/drawing/2014/main" id="{F4406C1D-B142-5F47-9DBA-4D0B7047D1E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041999" y="6770799"/>
            <a:ext cx="1458563" cy="72399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33" name="Текст 6">
            <a:extLst>
              <a:ext uri="{FF2B5EF4-FFF2-40B4-BE49-F238E27FC236}">
                <a16:creationId xmlns:a16="http://schemas.microsoft.com/office/drawing/2014/main" id="{2BEC180E-3B2E-8640-8FD3-C1E1AC2375D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243044" y="8226447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Четвёртый раздел</a:t>
            </a:r>
          </a:p>
        </p:txBody>
      </p:sp>
      <p:sp>
        <p:nvSpPr>
          <p:cNvPr id="34" name="Текст 3">
            <a:extLst>
              <a:ext uri="{FF2B5EF4-FFF2-40B4-BE49-F238E27FC236}">
                <a16:creationId xmlns:a16="http://schemas.microsoft.com/office/drawing/2014/main" id="{A0B4DC4D-EBAE-5742-8F8D-6B3F47BCCE3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041999" y="8229550"/>
            <a:ext cx="1458563" cy="7160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35" name="Текст 6">
            <a:extLst>
              <a:ext uri="{FF2B5EF4-FFF2-40B4-BE49-F238E27FC236}">
                <a16:creationId xmlns:a16="http://schemas.microsoft.com/office/drawing/2014/main" id="{2D16315E-6FEC-174B-B128-E5925E3BF57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243044" y="9689734"/>
            <a:ext cx="6577044" cy="730616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Пятый раздел</a:t>
            </a:r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65142D94-0E1F-2049-A2D9-0B852880521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041999" y="9687521"/>
            <a:ext cx="1458563" cy="73282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37" name="Текст 6">
            <a:extLst>
              <a:ext uri="{FF2B5EF4-FFF2-40B4-BE49-F238E27FC236}">
                <a16:creationId xmlns:a16="http://schemas.microsoft.com/office/drawing/2014/main" id="{0A800AF3-5748-4E43-804C-FC43E177662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243044" y="11155988"/>
            <a:ext cx="6577044" cy="730616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Шестой раздел</a:t>
            </a:r>
          </a:p>
        </p:txBody>
      </p:sp>
      <p:sp>
        <p:nvSpPr>
          <p:cNvPr id="38" name="Текст 3">
            <a:extLst>
              <a:ext uri="{FF2B5EF4-FFF2-40B4-BE49-F238E27FC236}">
                <a16:creationId xmlns:a16="http://schemas.microsoft.com/office/drawing/2014/main" id="{EDE561E0-4221-244D-9277-8CEBC45B769C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3041999" y="11153775"/>
            <a:ext cx="1458563" cy="73282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39" name="Текст 6">
            <a:extLst>
              <a:ext uri="{FF2B5EF4-FFF2-40B4-BE49-F238E27FC236}">
                <a16:creationId xmlns:a16="http://schemas.microsoft.com/office/drawing/2014/main" id="{9B3E06BA-02B6-454D-8FF6-9F34EB7F266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4772407" y="3824935"/>
            <a:ext cx="6577044" cy="73912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Седьмой раздел</a:t>
            </a:r>
          </a:p>
        </p:txBody>
      </p:sp>
      <p:sp>
        <p:nvSpPr>
          <p:cNvPr id="40" name="Текст 3">
            <a:extLst>
              <a:ext uri="{FF2B5EF4-FFF2-40B4-BE49-F238E27FC236}">
                <a16:creationId xmlns:a16="http://schemas.microsoft.com/office/drawing/2014/main" id="{6B97D422-B3E5-1D45-ADF1-E96D651934A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2572806" y="3828862"/>
            <a:ext cx="1458563" cy="73342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41" name="Текст 6">
            <a:extLst>
              <a:ext uri="{FF2B5EF4-FFF2-40B4-BE49-F238E27FC236}">
                <a16:creationId xmlns:a16="http://schemas.microsoft.com/office/drawing/2014/main" id="{A027CAEB-994C-F846-BC00-4FACCD445DA6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4773851" y="5304692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Восьмой раздел</a:t>
            </a:r>
          </a:p>
        </p:txBody>
      </p:sp>
      <p:sp>
        <p:nvSpPr>
          <p:cNvPr id="42" name="Текст 3">
            <a:extLst>
              <a:ext uri="{FF2B5EF4-FFF2-40B4-BE49-F238E27FC236}">
                <a16:creationId xmlns:a16="http://schemas.microsoft.com/office/drawing/2014/main" id="{DCC82649-AFC6-C546-B02B-707A8BFB64EA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2572806" y="5307795"/>
            <a:ext cx="1458563" cy="72399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43" name="Текст 6">
            <a:extLst>
              <a:ext uri="{FF2B5EF4-FFF2-40B4-BE49-F238E27FC236}">
                <a16:creationId xmlns:a16="http://schemas.microsoft.com/office/drawing/2014/main" id="{785F48D9-DFBF-F543-A309-A4192603225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4773851" y="6767696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Девятый раздел</a:t>
            </a:r>
          </a:p>
        </p:txBody>
      </p:sp>
      <p:sp>
        <p:nvSpPr>
          <p:cNvPr id="66" name="Текст 3">
            <a:extLst>
              <a:ext uri="{FF2B5EF4-FFF2-40B4-BE49-F238E27FC236}">
                <a16:creationId xmlns:a16="http://schemas.microsoft.com/office/drawing/2014/main" id="{D070534D-117D-5D45-A37B-B8EA2D6523C2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2572806" y="6770799"/>
            <a:ext cx="1458563" cy="72399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67" name="Текст 6">
            <a:extLst>
              <a:ext uri="{FF2B5EF4-FFF2-40B4-BE49-F238E27FC236}">
                <a16:creationId xmlns:a16="http://schemas.microsoft.com/office/drawing/2014/main" id="{CACCE557-BB3B-0A4E-AA6C-0DF5ABD7E686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4773851" y="8226447"/>
            <a:ext cx="6577044" cy="721458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Десятый раздел</a:t>
            </a:r>
          </a:p>
        </p:txBody>
      </p:sp>
      <p:sp>
        <p:nvSpPr>
          <p:cNvPr id="68" name="Текст 3">
            <a:extLst>
              <a:ext uri="{FF2B5EF4-FFF2-40B4-BE49-F238E27FC236}">
                <a16:creationId xmlns:a16="http://schemas.microsoft.com/office/drawing/2014/main" id="{D3DEBB94-69EE-5842-9000-3509D15EACD7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2572806" y="8229550"/>
            <a:ext cx="1458563" cy="7160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69" name="Текст 6">
            <a:extLst>
              <a:ext uri="{FF2B5EF4-FFF2-40B4-BE49-F238E27FC236}">
                <a16:creationId xmlns:a16="http://schemas.microsoft.com/office/drawing/2014/main" id="{88C3D922-D9E3-D743-94EE-C0562E3A27D0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4773851" y="9689734"/>
            <a:ext cx="6577044" cy="730616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Одиннадцатый раздел</a:t>
            </a:r>
          </a:p>
        </p:txBody>
      </p:sp>
      <p:sp>
        <p:nvSpPr>
          <p:cNvPr id="70" name="Текст 3">
            <a:extLst>
              <a:ext uri="{FF2B5EF4-FFF2-40B4-BE49-F238E27FC236}">
                <a16:creationId xmlns:a16="http://schemas.microsoft.com/office/drawing/2014/main" id="{9592070E-32D6-204B-98DD-C681B353234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572806" y="9687521"/>
            <a:ext cx="1458563" cy="73282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71" name="Текст 6">
            <a:extLst>
              <a:ext uri="{FF2B5EF4-FFF2-40B4-BE49-F238E27FC236}">
                <a16:creationId xmlns:a16="http://schemas.microsoft.com/office/drawing/2014/main" id="{A5A0FFF5-8CA8-4949-AA02-7FE56AA031B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4773851" y="11155988"/>
            <a:ext cx="6577044" cy="730616"/>
          </a:xfrm>
        </p:spPr>
        <p:txBody>
          <a:bodyPr lIns="0" tIns="0" rIns="0" bIns="0" anchor="ctr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Двенадцатый раздел</a:t>
            </a:r>
          </a:p>
        </p:txBody>
      </p:sp>
      <p:sp>
        <p:nvSpPr>
          <p:cNvPr id="72" name="Текст 3">
            <a:extLst>
              <a:ext uri="{FF2B5EF4-FFF2-40B4-BE49-F238E27FC236}">
                <a16:creationId xmlns:a16="http://schemas.microsoft.com/office/drawing/2014/main" id="{1BE75190-6D2A-6E4A-9D09-464B35FDC320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2572806" y="11153775"/>
            <a:ext cx="1458563" cy="73282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 anchor="ctr" anchorCtr="1"/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067664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одержание_разделитель_печа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2000" y="1639790"/>
            <a:ext cx="3298475" cy="1463773"/>
          </a:xfrm>
        </p:spPr>
        <p:txBody>
          <a:bodyPr lIns="0" tIns="0" rIns="0" bIns="18000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914354" indent="0" algn="ctr">
              <a:buNone/>
              <a:defRPr sz="4000"/>
            </a:lvl2pPr>
            <a:lvl3pPr marL="1828710" indent="0" algn="ctr">
              <a:buNone/>
              <a:defRPr sz="3600"/>
            </a:lvl3pPr>
            <a:lvl4pPr marL="2743064" indent="0" algn="ctr">
              <a:buNone/>
              <a:defRPr sz="3200"/>
            </a:lvl4pPr>
            <a:lvl5pPr marL="3657419" indent="0" algn="ctr">
              <a:buNone/>
              <a:defRPr sz="3200"/>
            </a:lvl5pPr>
            <a:lvl6pPr marL="4571773" indent="0" algn="ctr">
              <a:buNone/>
              <a:defRPr sz="3200"/>
            </a:lvl6pPr>
            <a:lvl7pPr marL="5486127" indent="0" algn="ctr">
              <a:buNone/>
              <a:defRPr sz="3200"/>
            </a:lvl7pPr>
            <a:lvl8pPr marL="6400483" indent="0" algn="ctr">
              <a:buNone/>
              <a:defRPr sz="3200"/>
            </a:lvl8pPr>
            <a:lvl9pPr marL="7314837" indent="0" algn="ctr">
              <a:buNone/>
              <a:defRPr sz="3200"/>
            </a:lvl9pPr>
          </a:lstStyle>
          <a:p>
            <a:r>
              <a:rPr lang="ru-RU" dirty="0"/>
              <a:t>00</a:t>
            </a:r>
            <a:endParaRPr lang="en-US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3042000" y="4202016"/>
            <a:ext cx="18308288" cy="2932209"/>
          </a:xfrm>
        </p:spPr>
        <p:txBody>
          <a:bodyPr lIns="0" tIns="0" rIns="0" bIns="162000" anchor="b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0" b="1" baseline="0">
                <a:latin typeface="+mj-lt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301DCE-0A8B-3C45-B41F-A56E96E73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28910" y="2090254"/>
            <a:ext cx="295793" cy="553418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DC112D3D-C933-5B4D-80A2-E20728BDFF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42000" y="7822545"/>
            <a:ext cx="18308288" cy="4426605"/>
          </a:xfrm>
        </p:spPr>
        <p:txBody>
          <a:bodyPr tIns="0" numCol="2" spcCol="360000">
            <a:noAutofit/>
          </a:bodyPr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ru-RU" dirty="0"/>
              <a:t>Содержание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801593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разделитель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2000" y="1639790"/>
            <a:ext cx="3298475" cy="1463773"/>
          </a:xfrm>
        </p:spPr>
        <p:txBody>
          <a:bodyPr lIns="0" tIns="0" rIns="0" bIns="18000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914354" indent="0" algn="ctr">
              <a:buNone/>
              <a:defRPr sz="4000"/>
            </a:lvl2pPr>
            <a:lvl3pPr marL="1828710" indent="0" algn="ctr">
              <a:buNone/>
              <a:defRPr sz="3600"/>
            </a:lvl3pPr>
            <a:lvl4pPr marL="2743064" indent="0" algn="ctr">
              <a:buNone/>
              <a:defRPr sz="3200"/>
            </a:lvl4pPr>
            <a:lvl5pPr marL="3657419" indent="0" algn="ctr">
              <a:buNone/>
              <a:defRPr sz="3200"/>
            </a:lvl5pPr>
            <a:lvl6pPr marL="4571773" indent="0" algn="ctr">
              <a:buNone/>
              <a:defRPr sz="3200"/>
            </a:lvl6pPr>
            <a:lvl7pPr marL="5486127" indent="0" algn="ctr">
              <a:buNone/>
              <a:defRPr sz="3200"/>
            </a:lvl7pPr>
            <a:lvl8pPr marL="6400483" indent="0" algn="ctr">
              <a:buNone/>
              <a:defRPr sz="3200"/>
            </a:lvl8pPr>
            <a:lvl9pPr marL="7314837" indent="0" algn="ctr">
              <a:buNone/>
              <a:defRPr sz="3200"/>
            </a:lvl9pPr>
          </a:lstStyle>
          <a:p>
            <a:r>
              <a:rPr lang="ru-RU" dirty="0"/>
              <a:t>00</a:t>
            </a:r>
            <a:endParaRPr lang="en-US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3042000" y="4202016"/>
            <a:ext cx="18308288" cy="2932209"/>
          </a:xfrm>
        </p:spPr>
        <p:txBody>
          <a:bodyPr lIns="0" tIns="0" rIns="0" bIns="162000" anchor="b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0" b="1" baseline="0">
                <a:latin typeface="+mj-lt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301DCE-0A8B-3C45-B41F-A56E96E73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28910" y="2090254"/>
            <a:ext cx="295793" cy="553418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DC112D3D-C933-5B4D-80A2-E20728BDFF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42000" y="7822545"/>
            <a:ext cx="18308288" cy="4426605"/>
          </a:xfrm>
        </p:spPr>
        <p:txBody>
          <a:bodyPr tIns="0" numCol="2" spcCol="360000">
            <a:noAutofit/>
          </a:bodyPr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ru-RU" dirty="0"/>
              <a:t>Содержание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045253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F1F4520F-52AD-1A48-9C8D-4DE8B66AEA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DE2E1D8-A8FD-4F4D-9760-DE2B5FE20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E98DA7-8DF9-9948-95F5-7937E9229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8625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ли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>
            <a:extLst>
              <a:ext uri="{FF2B5EF4-FFF2-40B4-BE49-F238E27FC236}">
                <a16:creationId xmlns:a16="http://schemas.microsoft.com/office/drawing/2014/main" id="{607F4B8C-DB90-6540-9795-57F9A5AAA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CB4834C-13A3-1E45-A0FE-EAE4CD820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B4987C1-9D19-CF40-BD05-035DFB1E0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6F273CA4-8668-8D40-89E1-2DF41C779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600" y="3429849"/>
            <a:ext cx="21224775" cy="8819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 sz="3200">
                <a:latin typeface="+mn-lt"/>
              </a:defRPr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20000"/>
              <a:buFont typeface="Arial Unicode MS" panose="020B0604020202020204" pitchFamily="34" charset="-128"/>
              <a:buChar char="▎"/>
              <a:tabLst/>
              <a:defRPr sz="3200"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S Text Light" pitchFamily="2" charset="-52"/>
              <a:buChar char="›"/>
              <a:tabLst/>
              <a:defRPr sz="3200"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 sz="3200"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 sz="3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  <a:p>
            <a:pPr lvl="1"/>
            <a:r>
              <a:rPr lang="ru-RU" dirty="0"/>
              <a:t>Ключевая мысль</a:t>
            </a:r>
          </a:p>
          <a:p>
            <a:pPr lvl="1"/>
            <a:endParaRPr lang="ru-RU" dirty="0"/>
          </a:p>
          <a:p>
            <a:pPr lvl="2"/>
            <a:r>
              <a:rPr lang="ru-RU" dirty="0"/>
              <a:t>Маркированный список</a:t>
            </a:r>
          </a:p>
          <a:p>
            <a:pPr lvl="2"/>
            <a:endParaRPr lang="ru-RU" dirty="0"/>
          </a:p>
          <a:p>
            <a:pPr lvl="3"/>
            <a:r>
              <a:rPr lang="ru-RU" dirty="0"/>
              <a:t>Нумерованный список</a:t>
            </a:r>
          </a:p>
          <a:p>
            <a:pPr lvl="3"/>
            <a:endParaRPr lang="ru-RU" dirty="0"/>
          </a:p>
          <a:p>
            <a:pPr lvl="4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57770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текст/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D2FEAE7-7057-4449-B93D-8877B3B3B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12129F-1D47-254A-89F8-DC26161B8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FFF6938D-3112-4D42-A9E5-13EC2B15E1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C8D795-4C1C-AF42-9709-B723353857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7601" y="3431440"/>
            <a:ext cx="6584850" cy="8817710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S Text Light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  <a:p>
            <a:pPr lvl="1"/>
            <a:r>
              <a:rPr lang="ru-RU" dirty="0"/>
              <a:t>Ключевая мысль</a:t>
            </a:r>
          </a:p>
          <a:p>
            <a:pPr lvl="1"/>
            <a:endParaRPr lang="ru-RU" dirty="0"/>
          </a:p>
          <a:p>
            <a:pPr lvl="2"/>
            <a:r>
              <a:rPr lang="ru-RU" dirty="0"/>
              <a:t>Маркированный список</a:t>
            </a:r>
          </a:p>
          <a:p>
            <a:pPr lvl="2"/>
            <a:endParaRPr lang="ru-RU" dirty="0"/>
          </a:p>
          <a:p>
            <a:pPr lvl="3"/>
            <a:r>
              <a:rPr lang="ru-RU" dirty="0"/>
              <a:t>Нумерованный список</a:t>
            </a:r>
          </a:p>
          <a:p>
            <a:pPr lvl="3"/>
            <a:endParaRPr lang="ru-RU" dirty="0"/>
          </a:p>
          <a:p>
            <a:pPr lvl="4"/>
            <a:r>
              <a:rPr lang="ru-RU" dirty="0"/>
              <a:t>Образец текста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E4C2E3AF-06DA-2C4F-BDE4-E2EAFC12BA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913600" y="3429849"/>
            <a:ext cx="13898775" cy="8819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текста, таблицы, диаграммы, схемы, фотографии, иллюстрации или видео</a:t>
            </a:r>
          </a:p>
        </p:txBody>
      </p:sp>
    </p:spTree>
    <p:extLst>
      <p:ext uri="{BB962C8B-B14F-4D97-AF65-F5344CB8AC3E}">
        <p14:creationId xmlns:p14="http://schemas.microsoft.com/office/powerpoint/2010/main" val="190631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текста/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451AF27-5FB1-0D40-AA05-42DF65248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25D4967-2BE7-CC40-970C-E59E736E9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Заголовок 3">
            <a:extLst>
              <a:ext uri="{FF2B5EF4-FFF2-40B4-BE49-F238E27FC236}">
                <a16:creationId xmlns:a16="http://schemas.microsoft.com/office/drawing/2014/main" id="{00CE3A18-3BEE-1E48-8DB5-EFDF81BE4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2B4190AE-DE9D-7B45-8685-C75786D2E2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87600" y="3429849"/>
            <a:ext cx="10239275" cy="8819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текста, таблицы, диаграммы, схемы, фотографии, иллюстрации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091E2E21-1D6C-DD48-81BA-272FC2FB570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2572806" y="3429849"/>
            <a:ext cx="10239569" cy="8819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текста, таблицы, диаграммы, схемы, фотографии, иллюстрации</a:t>
            </a:r>
          </a:p>
        </p:txBody>
      </p:sp>
    </p:spTree>
    <p:extLst>
      <p:ext uri="{BB962C8B-B14F-4D97-AF65-F5344CB8AC3E}">
        <p14:creationId xmlns:p14="http://schemas.microsoft.com/office/powerpoint/2010/main" val="86259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0EBDA6F-21A1-7E49-AD6B-DA4F4E7C0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ED9AF63-0A12-2D4E-9664-3EE781D6F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8" name="Заголовок 3">
            <a:extLst>
              <a:ext uri="{FF2B5EF4-FFF2-40B4-BE49-F238E27FC236}">
                <a16:creationId xmlns:a16="http://schemas.microsoft.com/office/drawing/2014/main" id="{20BF5248-E041-F94F-85C6-134408C35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772462EC-AF59-4D4E-ABCE-0C5A2D5835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7601" y="3431440"/>
            <a:ext cx="6584850" cy="8817710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S Text Light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  <a:p>
            <a:pPr lvl="1"/>
            <a:r>
              <a:rPr lang="ru-RU" dirty="0"/>
              <a:t>Ключевая мысль</a:t>
            </a:r>
          </a:p>
          <a:p>
            <a:pPr lvl="1"/>
            <a:endParaRPr lang="ru-RU" dirty="0"/>
          </a:p>
          <a:p>
            <a:pPr lvl="2"/>
            <a:r>
              <a:rPr lang="ru-RU" dirty="0"/>
              <a:t>Маркированный список</a:t>
            </a:r>
          </a:p>
          <a:p>
            <a:pPr lvl="2"/>
            <a:endParaRPr lang="ru-RU" dirty="0"/>
          </a:p>
          <a:p>
            <a:pPr lvl="3"/>
            <a:r>
              <a:rPr lang="ru-RU" dirty="0"/>
              <a:t>Нумерованный список</a:t>
            </a:r>
          </a:p>
          <a:p>
            <a:pPr lvl="3"/>
            <a:endParaRPr lang="ru-RU" dirty="0"/>
          </a:p>
          <a:p>
            <a:pPr lvl="4"/>
            <a:r>
              <a:rPr lang="ru-RU" dirty="0"/>
              <a:t>Образец текста</a:t>
            </a:r>
          </a:p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9682A56D-E86B-DE49-A3AA-B88DB8F5C2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913600" y="3429850"/>
            <a:ext cx="13898775" cy="40663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таблицы, диаграммы, схемы, фотографии, иллюстрации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1F96D506-1E9B-A94F-BF59-F9E5F9FB61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913600" y="8208000"/>
            <a:ext cx="13898775" cy="40411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36" marR="0" indent="0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None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таблицы, диаграммы, схемы, фотографии, иллюстрации</a:t>
            </a:r>
          </a:p>
          <a:p>
            <a:pPr marL="720000" marR="0" lvl="1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065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объекта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B556212-67BA-FE4E-A4C5-BEB4228D7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91C2DF9-0B26-E448-AD09-5E231671B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0AC953BC-6440-414F-B224-7989C84955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764DA894-71EE-8F44-BC82-1B4FD8DA66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87600" y="3429849"/>
            <a:ext cx="10239275" cy="62491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таблицы, диаграммы, схемы, фотографии, иллюстрации</a:t>
            </a:r>
          </a:p>
          <a:p>
            <a:pPr marL="0" marR="0" lvl="4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4DB96E68-4ABE-704B-AFBC-B303CF814AF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2572806" y="3429849"/>
            <a:ext cx="10239569" cy="62491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таблицы, диаграммы, схемы, фотографии, иллюстрации</a:t>
            </a:r>
          </a:p>
          <a:p>
            <a:pPr marL="0" marR="0" lvl="4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7B24B671-40E4-6946-947D-AA93D59EAC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7601" y="10033199"/>
            <a:ext cx="17565587" cy="2215951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9007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объекта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E306CA0-176F-4945-A654-2DBE4D1D5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2339929-65BC-754B-AF8C-4F30167D7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BA1667F9-A8AD-E64B-A003-654CEF801B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76CE419A-D9BE-DA49-96A7-91BE433CB6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87601" y="3429849"/>
            <a:ext cx="6584850" cy="62491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таблицы, диаграммы, схемы, фотографии, иллюстрации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90909538-8E3A-AA48-B5DC-463AB585C5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7601" y="10033199"/>
            <a:ext cx="17565587" cy="2215951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DD0D547E-0567-2E43-BDB4-18B73972463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906758" y="3429849"/>
            <a:ext cx="6577717" cy="62491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таблицы, диаграммы, схемы, фотографии, иллюстрации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7F3B418F-486F-E146-96CE-6A5782E1AE4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6231516" y="3429849"/>
            <a:ext cx="6580859" cy="62491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таблицы, диаграммы, схемы, фотографии, иллюстрации</a:t>
            </a:r>
          </a:p>
        </p:txBody>
      </p:sp>
    </p:spTree>
    <p:extLst>
      <p:ext uri="{BB962C8B-B14F-4D97-AF65-F5344CB8AC3E}">
        <p14:creationId xmlns:p14="http://schemas.microsoft.com/office/powerpoint/2010/main" val="28994538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DCBCA59-A27E-6F49-9EC9-3C2864EBE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B9D87B5-8C87-984D-8958-FBC95639D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8" name="Заголовок 3">
            <a:extLst>
              <a:ext uri="{FF2B5EF4-FFF2-40B4-BE49-F238E27FC236}">
                <a16:creationId xmlns:a16="http://schemas.microsoft.com/office/drawing/2014/main" id="{3FC09214-3A10-8149-B5D5-03C5DB0D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785647C1-EE1C-7F44-8C28-ACEB3FC0807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87600" y="5641200"/>
            <a:ext cx="10239275" cy="6607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текста, таблицы, диаграммы, схемы, фотографии, иллюстрации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9E789020-B7CC-3649-8BFF-F3DCDA17E88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2572806" y="5641200"/>
            <a:ext cx="10239569" cy="6607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текста, таблицы, диаграммы, схемы, фотографии, иллюстрации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F820E3BF-EFD7-3F46-A713-6D08761423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7602" y="3441600"/>
            <a:ext cx="10239274" cy="1857475"/>
          </a:xfrm>
        </p:spPr>
        <p:txBody>
          <a:bodyPr tIns="1728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4800"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94B867F9-5BE9-B348-BC8F-0600AA8125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72806" y="3441600"/>
            <a:ext cx="10239274" cy="1857475"/>
          </a:xfrm>
        </p:spPr>
        <p:txBody>
          <a:bodyPr tIns="1728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4800"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605736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B46248E-F3FC-6345-9529-CFA085A39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78A705-AB97-1841-9C7A-780231BD3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240A0DF0-5686-A049-8194-F9C6A0B54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DCA47866-DF59-C248-8DD9-3EA96B5D2F1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87599" y="3455988"/>
            <a:ext cx="21224776" cy="7326312"/>
          </a:xfrm>
          <a:prstGeom prst="rect">
            <a:avLst/>
          </a:prstGeom>
        </p:spPr>
        <p:txBody>
          <a:bodyPr vert="horz" lIns="0" tIns="0" rIns="0" bIns="251999" rtlCol="0" anchor="ctr" anchorCtr="1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таблицы, диаграммы, схемы, фотографии, иллюстрации или видео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887191F8-B8A1-8346-B126-2126461718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7601" y="11121681"/>
            <a:ext cx="17565587" cy="1127469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7646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иктограмма и текст/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7BBC7DF-D873-E246-A3AC-A27D9B155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6478937-D477-5C45-B143-3DE517137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92DE7455-C677-0147-BD3F-8159DEFAF5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FD759DB2-5A2A-B441-923F-157EFDC160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906400" y="3440009"/>
            <a:ext cx="13905975" cy="7342291"/>
          </a:xfrm>
          <a:prstGeom prst="rect">
            <a:avLst/>
          </a:prstGeom>
        </p:spPr>
        <p:txBody>
          <a:bodyPr vert="horz" lIns="0" tIns="72000" rIns="0" bIns="0" rtlCol="0" anchor="ctr" anchorCtr="0">
            <a:noAutofit/>
          </a:bodyPr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4800"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4800"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Окно для вставки текста, таблицы, диаграммы, схемы, фотографии, иллюстрации или видео</a:t>
            </a:r>
          </a:p>
          <a:p>
            <a:pPr marL="0" marR="0" lvl="4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F849F259-E97D-C24B-8BF0-C7DFA2E03D2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35300" y="5903400"/>
            <a:ext cx="2938463" cy="2461556"/>
          </a:xfrm>
          <a:prstGeom prst="rect">
            <a:avLst/>
          </a:prstGeom>
        </p:spPr>
        <p:txBody>
          <a:bodyPr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</p:spTree>
    <p:extLst>
      <p:ext uri="{BB962C8B-B14F-4D97-AF65-F5344CB8AC3E}">
        <p14:creationId xmlns:p14="http://schemas.microsoft.com/office/powerpoint/2010/main" val="26348900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иктограммы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D2F2E9B-267A-D74E-BDE4-F0545E327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F10A1FE-E1CA-254D-BA86-1C6AB5725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Заголовок 3">
            <a:extLst>
              <a:ext uri="{FF2B5EF4-FFF2-40B4-BE49-F238E27FC236}">
                <a16:creationId xmlns:a16="http://schemas.microsoft.com/office/drawing/2014/main" id="{34013F25-78B4-4141-97A7-04B0123FC2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1A719755-02DF-A443-B9A4-22DBA092A6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7601" y="7455428"/>
            <a:ext cx="6584849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A25FAA23-D708-2F47-89EE-1506A238C16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906400" y="7455428"/>
            <a:ext cx="6584849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D95AA5DD-8F39-D943-A674-08CB46760E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230502" y="7455428"/>
            <a:ext cx="6584849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EE43F7BE-93A2-0043-BFDC-BB3FA2ACAB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79563" y="4234715"/>
            <a:ext cx="2925477" cy="2450678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B25CCFA3-8B97-5A40-AA50-87E8A13E33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05224" y="4234715"/>
            <a:ext cx="2925477" cy="2450678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81A3FFD3-33D2-6043-8F3D-69D7A54B974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6229782" y="4234715"/>
            <a:ext cx="2925477" cy="2450678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</p:spTree>
    <p:extLst>
      <p:ext uri="{BB962C8B-B14F-4D97-AF65-F5344CB8AC3E}">
        <p14:creationId xmlns:p14="http://schemas.microsoft.com/office/powerpoint/2010/main" val="15805849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пиктограммы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BF8AC81-C369-C940-A083-BF9DDAA5A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9DFE2CB-D51A-1145-BBC9-E6F46C48F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5" name="Заголовок 3">
            <a:extLst>
              <a:ext uri="{FF2B5EF4-FFF2-40B4-BE49-F238E27FC236}">
                <a16:creationId xmlns:a16="http://schemas.microsoft.com/office/drawing/2014/main" id="{73FABF5D-A3D2-774B-90FE-1A4AC11A0E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1BA67519-7FF6-6A4D-AA35-DD4676EF51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7602" y="7455428"/>
            <a:ext cx="4752873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9" name="Рисунок 2">
            <a:extLst>
              <a:ext uri="{FF2B5EF4-FFF2-40B4-BE49-F238E27FC236}">
                <a16:creationId xmlns:a16="http://schemas.microsoft.com/office/drawing/2014/main" id="{07DEE891-3469-564C-B6BE-5FDA03A0E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79563" y="4234715"/>
            <a:ext cx="2925477" cy="2450678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30" name="Текст 3">
            <a:extLst>
              <a:ext uri="{FF2B5EF4-FFF2-40B4-BE49-F238E27FC236}">
                <a16:creationId xmlns:a16="http://schemas.microsoft.com/office/drawing/2014/main" id="{ACA28A7C-23D1-B048-AD02-4F2935C552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9644" y="7455428"/>
            <a:ext cx="4747232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0A210F1D-744E-964A-ACF1-3D683FC6F0F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077538" y="4234715"/>
            <a:ext cx="2925477" cy="2450678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32" name="Текст 3">
            <a:extLst>
              <a:ext uri="{FF2B5EF4-FFF2-40B4-BE49-F238E27FC236}">
                <a16:creationId xmlns:a16="http://schemas.microsoft.com/office/drawing/2014/main" id="{EA6FB9E2-4FC7-DB4A-BBC2-2B19A7FDB3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572807" y="7455428"/>
            <a:ext cx="4745232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33" name="Рисунок 2">
            <a:extLst>
              <a:ext uri="{FF2B5EF4-FFF2-40B4-BE49-F238E27FC236}">
                <a16:creationId xmlns:a16="http://schemas.microsoft.com/office/drawing/2014/main" id="{88F39D33-7ADF-ED46-BCC5-341882E6AF4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572650" y="4234715"/>
            <a:ext cx="2925477" cy="2450678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34" name="Текст 3">
            <a:extLst>
              <a:ext uri="{FF2B5EF4-FFF2-40B4-BE49-F238E27FC236}">
                <a16:creationId xmlns:a16="http://schemas.microsoft.com/office/drawing/2014/main" id="{21FFDC78-F317-FC4E-B13A-8E21382D5F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057798" y="7455428"/>
            <a:ext cx="4754577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35" name="Рисунок 2">
            <a:extLst>
              <a:ext uri="{FF2B5EF4-FFF2-40B4-BE49-F238E27FC236}">
                <a16:creationId xmlns:a16="http://schemas.microsoft.com/office/drawing/2014/main" id="{8F1AE6B9-5E2B-C046-9C13-7810851DDB2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057642" y="4234715"/>
            <a:ext cx="2925477" cy="2450678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</p:spTree>
    <p:extLst>
      <p:ext uri="{BB962C8B-B14F-4D97-AF65-F5344CB8AC3E}">
        <p14:creationId xmlns:p14="http://schemas.microsoft.com/office/powerpoint/2010/main" val="27955386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пиктограмм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05880279-9E00-5746-BEDF-976B37296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23FA0BE-FCB1-DD41-9AFE-6B2C787FB1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0" name="Заголовок 3">
            <a:extLst>
              <a:ext uri="{FF2B5EF4-FFF2-40B4-BE49-F238E27FC236}">
                <a16:creationId xmlns:a16="http://schemas.microsoft.com/office/drawing/2014/main" id="{F0125504-5AC3-DA40-B8E8-E1DAF443D7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28" name="Рисунок 2">
            <a:extLst>
              <a:ext uri="{FF2B5EF4-FFF2-40B4-BE49-F238E27FC236}">
                <a16:creationId xmlns:a16="http://schemas.microsoft.com/office/drawing/2014/main" id="{C5FF8DA1-67B6-6442-A9F0-752AD16451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97016" y="4570665"/>
            <a:ext cx="2547947" cy="2134421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31" name="Текст 3">
            <a:extLst>
              <a:ext uri="{FF2B5EF4-FFF2-40B4-BE49-F238E27FC236}">
                <a16:creationId xmlns:a16="http://schemas.microsoft.com/office/drawing/2014/main" id="{B711B0C0-FDBC-FC48-87F0-86BD38D7C9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7602" y="7455428"/>
            <a:ext cx="3649561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33" name="Рисунок 2">
            <a:extLst>
              <a:ext uri="{FF2B5EF4-FFF2-40B4-BE49-F238E27FC236}">
                <a16:creationId xmlns:a16="http://schemas.microsoft.com/office/drawing/2014/main" id="{CEA5D801-8EAB-2940-8172-8C230088CE8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987286" y="4570665"/>
            <a:ext cx="2547947" cy="2134421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35" name="Рисунок 2">
            <a:extLst>
              <a:ext uri="{FF2B5EF4-FFF2-40B4-BE49-F238E27FC236}">
                <a16:creationId xmlns:a16="http://schemas.microsoft.com/office/drawing/2014/main" id="{295BD79E-FE02-FB47-89A7-EB7F457532C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10371694" y="4570665"/>
            <a:ext cx="2547947" cy="2134421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37" name="Рисунок 2">
            <a:extLst>
              <a:ext uri="{FF2B5EF4-FFF2-40B4-BE49-F238E27FC236}">
                <a16:creationId xmlns:a16="http://schemas.microsoft.com/office/drawing/2014/main" id="{3964D1A7-A05F-EC41-8983-D16EAA3DD07E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14764086" y="4570665"/>
            <a:ext cx="2547947" cy="2134421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39" name="Рисунок 2">
            <a:extLst>
              <a:ext uri="{FF2B5EF4-FFF2-40B4-BE49-F238E27FC236}">
                <a16:creationId xmlns:a16="http://schemas.microsoft.com/office/drawing/2014/main" id="{8085B9D2-B6D5-824B-B850-56C7D8D7E1C9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19158326" y="4570665"/>
            <a:ext cx="2547947" cy="2134421"/>
          </a:xfrm>
          <a:prstGeom prst="rect">
            <a:avLst/>
          </a:prstGeom>
        </p:spPr>
        <p:txBody>
          <a:bodyPr anchor="ctr" anchorCtr="1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ru-RU" dirty="0"/>
              <a:t>Окно для вставки пиктограммы </a:t>
            </a:r>
            <a:r>
              <a:rPr lang="en-US" dirty="0"/>
              <a:t>PNG</a:t>
            </a:r>
          </a:p>
        </p:txBody>
      </p:sp>
      <p:sp>
        <p:nvSpPr>
          <p:cNvPr id="40" name="Текст 3">
            <a:extLst>
              <a:ext uri="{FF2B5EF4-FFF2-40B4-BE49-F238E27FC236}">
                <a16:creationId xmlns:a16="http://schemas.microsoft.com/office/drawing/2014/main" id="{0EDA15CB-9243-E347-BA03-78B7EC32157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984810" y="7455428"/>
            <a:ext cx="3649561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41" name="Текст 3">
            <a:extLst>
              <a:ext uri="{FF2B5EF4-FFF2-40B4-BE49-F238E27FC236}">
                <a16:creationId xmlns:a16="http://schemas.microsoft.com/office/drawing/2014/main" id="{3F43B244-32A0-CA42-BF7C-1B7642AEC78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0380365" y="7455428"/>
            <a:ext cx="3649561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42" name="Текст 3">
            <a:extLst>
              <a:ext uri="{FF2B5EF4-FFF2-40B4-BE49-F238E27FC236}">
                <a16:creationId xmlns:a16="http://schemas.microsoft.com/office/drawing/2014/main" id="{A19F0E9B-AF51-5A4B-931E-7C089D8E904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4773198" y="7455428"/>
            <a:ext cx="3649561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43" name="Текст 3">
            <a:extLst>
              <a:ext uri="{FF2B5EF4-FFF2-40B4-BE49-F238E27FC236}">
                <a16:creationId xmlns:a16="http://schemas.microsoft.com/office/drawing/2014/main" id="{FE03F3F4-9505-9447-B902-4F8D7509E51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9171516" y="7455428"/>
            <a:ext cx="3649561" cy="4060297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C00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andex Sans Text Light" panose="02000000000000000000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5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44766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большое 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D2FEAE7-7057-4449-B93D-8877B3B3B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0239275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12129F-1D47-254A-89F8-DC26161B8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FFF6938D-3112-4D42-A9E5-13EC2B15E1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10239275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C91E51-60DC-9F4C-BC54-EE9BDB13F6D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572049" y="0"/>
            <a:ext cx="11810364" cy="13716000"/>
          </a:xfrm>
        </p:spPr>
        <p:txBody>
          <a:bodyPr bIns="54000"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ru-RU" dirty="0"/>
              <a:t>Окно для вставки фотографии, иллюстрации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021A6DA9-00F7-2E4D-A607-2B4774BAD0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7601" y="3431440"/>
            <a:ext cx="10239274" cy="8817710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 sz="3200"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20000"/>
              <a:buFont typeface="Arial Unicode MS" panose="020B0604020202020204" pitchFamily="34" charset="-128"/>
              <a:buChar char="▎"/>
              <a:tabLst/>
              <a:defRPr sz="3200"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S Text Light" pitchFamily="2" charset="-52"/>
              <a:buChar char="›"/>
              <a:tabLst/>
              <a:defRPr sz="3200"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 sz="3200"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 sz="3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  <a:p>
            <a:pPr lvl="1"/>
            <a:r>
              <a:rPr lang="ru-RU" dirty="0"/>
              <a:t>Ключевая мысль</a:t>
            </a:r>
          </a:p>
          <a:p>
            <a:pPr lvl="1"/>
            <a:endParaRPr lang="ru-RU" dirty="0"/>
          </a:p>
          <a:p>
            <a:pPr lvl="2"/>
            <a:r>
              <a:rPr lang="ru-RU" dirty="0"/>
              <a:t>Маркированный список</a:t>
            </a:r>
          </a:p>
          <a:p>
            <a:pPr lvl="2"/>
            <a:endParaRPr lang="ru-RU" dirty="0"/>
          </a:p>
          <a:p>
            <a:pPr lvl="3"/>
            <a:r>
              <a:rPr lang="ru-RU" dirty="0"/>
              <a:t>Нумерованный список</a:t>
            </a:r>
          </a:p>
          <a:p>
            <a:pPr lvl="3"/>
            <a:endParaRPr lang="ru-RU" dirty="0"/>
          </a:p>
          <a:p>
            <a:pPr lvl="4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2802251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ое изображен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D2FEAE7-7057-4449-B93D-8877B3B3B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05864" y="12624682"/>
            <a:ext cx="11707824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12129F-1D47-254A-89F8-DC26161B8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FFF6938D-3112-4D42-A9E5-13EC2B15E1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5864" y="547141"/>
            <a:ext cx="13906511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C91E51-60DC-9F4C-BC54-EE9BDB13F6D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8172450" cy="13716000"/>
          </a:xfrm>
        </p:spPr>
        <p:txBody>
          <a:bodyPr tIns="0" bIns="0"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ru-RU" dirty="0"/>
              <a:t>Окно для вставки фотографии, иллюстрации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3759D08E-DECD-BB4C-87C7-900B554BF8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06399" y="3431440"/>
            <a:ext cx="13905975" cy="8817710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 sz="3200"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20000"/>
              <a:buFont typeface="Arial Unicode MS" panose="020B0604020202020204" pitchFamily="34" charset="-128"/>
              <a:buChar char="▎"/>
              <a:tabLst/>
              <a:defRPr sz="3200"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S Text Light" pitchFamily="2" charset="-52"/>
              <a:buChar char="›"/>
              <a:tabLst/>
              <a:defRPr sz="3200"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 sz="3200"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 sz="3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  <a:p>
            <a:pPr lvl="1"/>
            <a:r>
              <a:rPr lang="ru-RU" dirty="0"/>
              <a:t>Ключевая мысль</a:t>
            </a:r>
          </a:p>
          <a:p>
            <a:pPr lvl="1"/>
            <a:endParaRPr lang="ru-RU" dirty="0"/>
          </a:p>
          <a:p>
            <a:pPr lvl="2"/>
            <a:r>
              <a:rPr lang="ru-RU" dirty="0"/>
              <a:t>Маркированный список</a:t>
            </a:r>
          </a:p>
          <a:p>
            <a:pPr lvl="2"/>
            <a:endParaRPr lang="ru-RU" dirty="0"/>
          </a:p>
          <a:p>
            <a:pPr lvl="3"/>
            <a:r>
              <a:rPr lang="ru-RU" dirty="0"/>
              <a:t>Нумерованный список</a:t>
            </a:r>
          </a:p>
          <a:p>
            <a:pPr lvl="3"/>
            <a:endParaRPr lang="ru-RU" dirty="0"/>
          </a:p>
          <a:p>
            <a:pPr lvl="4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114754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D2FEAE7-7057-4449-B93D-8877B3B3B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12129F-1D47-254A-89F8-DC26161B8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FFF6938D-3112-4D42-A9E5-13EC2B15E1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51D18458-3918-4B43-83CC-BE9872AE628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6231235" y="3455988"/>
            <a:ext cx="6581140" cy="8793162"/>
          </a:xfrm>
          <a:noFill/>
        </p:spPr>
        <p:txBody>
          <a:bodyPr tIns="180000" bIns="0"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ru-RU" dirty="0"/>
              <a:t>Окно для вставки фотографии, иллюстрации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DBE36696-F982-B440-93D7-FD7AE18278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7601" y="3431440"/>
            <a:ext cx="13896874" cy="8817710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 sz="3200"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20000"/>
              <a:buFont typeface="Arial Unicode MS" panose="020B0604020202020204" pitchFamily="34" charset="-128"/>
              <a:buChar char="▎"/>
              <a:tabLst/>
              <a:defRPr sz="3200"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S Text Light" pitchFamily="2" charset="-52"/>
              <a:buChar char="›"/>
              <a:tabLst/>
              <a:defRPr sz="3200"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 sz="3200"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 sz="3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  <a:p>
            <a:pPr lvl="1"/>
            <a:r>
              <a:rPr lang="ru-RU" dirty="0"/>
              <a:t>Ключевая мысль</a:t>
            </a:r>
          </a:p>
          <a:p>
            <a:pPr lvl="1"/>
            <a:endParaRPr lang="ru-RU" dirty="0"/>
          </a:p>
          <a:p>
            <a:pPr lvl="2"/>
            <a:r>
              <a:rPr lang="ru-RU" dirty="0"/>
              <a:t>Маркированный список</a:t>
            </a:r>
          </a:p>
          <a:p>
            <a:pPr lvl="2"/>
            <a:endParaRPr lang="ru-RU" dirty="0"/>
          </a:p>
          <a:p>
            <a:pPr lvl="3"/>
            <a:r>
              <a:rPr lang="ru-RU" dirty="0"/>
              <a:t>Нумерованный список</a:t>
            </a:r>
          </a:p>
          <a:p>
            <a:pPr lvl="3"/>
            <a:endParaRPr lang="ru-RU" dirty="0"/>
          </a:p>
          <a:p>
            <a:pPr lvl="4"/>
            <a:r>
              <a:rPr lang="ru-RU" dirty="0"/>
              <a:t>Образец текста</a:t>
            </a:r>
          </a:p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0614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D2FEAE7-7057-4449-B93D-8877B3B3B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12129F-1D47-254A-89F8-DC26161B8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FFF6938D-3112-4D42-A9E5-13EC2B15E1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51D18458-3918-4B43-83CC-BE9872AE628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87599" y="3463290"/>
            <a:ext cx="13896875" cy="8785860"/>
          </a:xfrm>
        </p:spPr>
        <p:txBody>
          <a:bodyPr tIns="180000" bIns="0"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ru-RU" dirty="0"/>
              <a:t>Окно для вставки фотографии,</a:t>
            </a:r>
            <a:br>
              <a:rPr lang="en-US" dirty="0"/>
            </a:br>
            <a:r>
              <a:rPr lang="ru-RU" dirty="0"/>
              <a:t>иллюстрации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1E07366D-205F-E342-9442-335AF82B07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228800" y="3431440"/>
            <a:ext cx="6583575" cy="8817710"/>
          </a:xfrm>
        </p:spPr>
        <p:txBody>
          <a:bodyPr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/>
            </a:lvl1pPr>
            <a:lvl2pPr marL="720000" marR="0" indent="-719964" algn="l" defTabSz="190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20000"/>
              <a:buFont typeface="Arial Unicode MS" panose="020B0604020202020204" pitchFamily="34" charset="-128"/>
              <a:buChar char="▎"/>
              <a:tabLst/>
              <a:defRPr/>
            </a:lvl2pPr>
            <a:lvl3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50000"/>
              <a:buFont typeface="YS Text Light" pitchFamily="2" charset="-52"/>
              <a:buChar char="›"/>
              <a:tabLst/>
              <a:defRPr/>
            </a:lvl3pPr>
            <a:lvl4pPr marL="720000" marR="0" indent="-715963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lvl4pPr>
            <a:lvl5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C3F1D"/>
              </a:buClr>
              <a:buSzTx/>
              <a:buFontTx/>
              <a:buNone/>
              <a:tabLst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  <a:p>
            <a:pPr lvl="1"/>
            <a:r>
              <a:rPr lang="ru-RU" dirty="0"/>
              <a:t>Ключевая мысль</a:t>
            </a:r>
          </a:p>
          <a:p>
            <a:pPr lvl="1"/>
            <a:endParaRPr lang="ru-RU" dirty="0"/>
          </a:p>
          <a:p>
            <a:pPr lvl="2"/>
            <a:r>
              <a:rPr lang="ru-RU" dirty="0"/>
              <a:t>Маркированный список</a:t>
            </a:r>
          </a:p>
          <a:p>
            <a:pPr lvl="2"/>
            <a:endParaRPr lang="ru-RU" dirty="0"/>
          </a:p>
          <a:p>
            <a:pPr lvl="3"/>
            <a:r>
              <a:rPr lang="ru-RU" dirty="0"/>
              <a:t>Нумерованный список</a:t>
            </a:r>
          </a:p>
          <a:p>
            <a:pPr lvl="3"/>
            <a:endParaRPr lang="ru-RU" dirty="0"/>
          </a:p>
          <a:p>
            <a:pPr lvl="4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11620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D2FEAE7-7057-4449-B93D-8877B3B3B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12129F-1D47-254A-89F8-DC26161B8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FFF6938D-3112-4D42-A9E5-13EC2B15E1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51D18458-3918-4B43-83CC-BE9872AE628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87599" y="3463290"/>
            <a:ext cx="21224776" cy="8785860"/>
          </a:xfrm>
        </p:spPr>
        <p:txBody>
          <a:bodyPr tIns="468000" bIns="0"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ru-RU" dirty="0"/>
              <a:t>Окно для вставки фотографии, иллюстрации</a:t>
            </a:r>
          </a:p>
        </p:txBody>
      </p:sp>
    </p:spTree>
    <p:extLst>
      <p:ext uri="{BB962C8B-B14F-4D97-AF65-F5344CB8AC3E}">
        <p14:creationId xmlns:p14="http://schemas.microsoft.com/office/powerpoint/2010/main" val="30940565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D2FEAE7-7057-4449-B93D-8877B3B3B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12129F-1D47-254A-89F8-DC26161B8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FFF6938D-3112-4D42-A9E5-13EC2B15E1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51D18458-3918-4B43-83CC-BE9872AE628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87599" y="3463290"/>
            <a:ext cx="10239276" cy="8785860"/>
          </a:xfrm>
        </p:spPr>
        <p:txBody>
          <a:bodyPr tIns="180000" bIns="0"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ru-RU" dirty="0"/>
              <a:t>Окно для вставки фотографии,</a:t>
            </a:r>
            <a:br>
              <a:rPr lang="ru-RU" dirty="0"/>
            </a:br>
            <a:r>
              <a:rPr lang="ru-RU" dirty="0"/>
              <a:t>иллюстрации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4D80212A-4362-B54E-94D4-393F5D1CB6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572806" y="3463290"/>
            <a:ext cx="10239276" cy="8785860"/>
          </a:xfrm>
        </p:spPr>
        <p:txBody>
          <a:bodyPr tIns="180000" bIns="0"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ru-RU" dirty="0"/>
              <a:t>Окно для вставки фотографии,</a:t>
            </a:r>
            <a:br>
              <a:rPr lang="ru-RU" dirty="0"/>
            </a:br>
            <a:r>
              <a:rPr lang="ru-RU" dirty="0"/>
              <a:t>иллюстрации</a:t>
            </a:r>
          </a:p>
        </p:txBody>
      </p:sp>
    </p:spTree>
    <p:extLst>
      <p:ext uri="{BB962C8B-B14F-4D97-AF65-F5344CB8AC3E}">
        <p14:creationId xmlns:p14="http://schemas.microsoft.com/office/powerpoint/2010/main" val="38808807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D2FEAE7-7057-4449-B93D-8877B3B3B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12129F-1D47-254A-89F8-DC26161B8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FFF6938D-3112-4D42-A9E5-13EC2B15E1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51D18458-3918-4B43-83CC-BE9872AE628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87599" y="3463290"/>
            <a:ext cx="6584851" cy="8785860"/>
          </a:xfrm>
        </p:spPr>
        <p:txBody>
          <a:bodyPr tIns="180000" bIns="0"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ru-RU" dirty="0"/>
              <a:t>Окно для вставки фотографии,</a:t>
            </a:r>
            <a:br>
              <a:rPr lang="ru-RU" dirty="0"/>
            </a:br>
            <a:r>
              <a:rPr lang="ru-RU" dirty="0"/>
              <a:t>иллюстрации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08A2693F-48EF-E14E-9B89-421D6299B2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905504" y="3463290"/>
            <a:ext cx="6578971" cy="8785860"/>
          </a:xfrm>
        </p:spPr>
        <p:txBody>
          <a:bodyPr tIns="180000" bIns="0"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ru-RU" dirty="0"/>
              <a:t>Окно для вставки фотографии,</a:t>
            </a:r>
            <a:br>
              <a:rPr lang="ru-RU" dirty="0"/>
            </a:br>
            <a:r>
              <a:rPr lang="ru-RU" dirty="0"/>
              <a:t>иллюстрации</a:t>
            </a:r>
          </a:p>
        </p:txBody>
      </p:sp>
      <p:sp>
        <p:nvSpPr>
          <p:cNvPr id="9" name="Рисунок 2">
            <a:extLst>
              <a:ext uri="{FF2B5EF4-FFF2-40B4-BE49-F238E27FC236}">
                <a16:creationId xmlns:a16="http://schemas.microsoft.com/office/drawing/2014/main" id="{D43D93D4-A86E-1248-B402-BACDE7FB57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228458" y="3463290"/>
            <a:ext cx="6583917" cy="8785860"/>
          </a:xfrm>
        </p:spPr>
        <p:txBody>
          <a:bodyPr tIns="180000" bIns="0"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ru-RU" dirty="0"/>
              <a:t>Окно для вставки фотографии,</a:t>
            </a:r>
            <a:br>
              <a:rPr lang="ru-RU" dirty="0"/>
            </a:br>
            <a:r>
              <a:rPr lang="ru-RU" dirty="0"/>
              <a:t>иллюстрации</a:t>
            </a:r>
          </a:p>
        </p:txBody>
      </p:sp>
    </p:spTree>
    <p:extLst>
      <p:ext uri="{BB962C8B-B14F-4D97-AF65-F5344CB8AC3E}">
        <p14:creationId xmlns:p14="http://schemas.microsoft.com/office/powerpoint/2010/main" val="329198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во весь экра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2">
            <a:extLst>
              <a:ext uri="{FF2B5EF4-FFF2-40B4-BE49-F238E27FC236}">
                <a16:creationId xmlns:a16="http://schemas.microsoft.com/office/drawing/2014/main" id="{EA502E89-DEA8-6F45-8073-569B507DB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24382413" cy="13716000"/>
          </a:xfrm>
          <a:prstGeom prst="rect">
            <a:avLst/>
          </a:prstGeom>
        </p:spPr>
        <p:txBody>
          <a:bodyPr tIns="251999" anchor="ctr" anchorCtr="1"/>
          <a:lstStyle>
            <a:lvl1pPr marL="0" marR="0" indent="0" algn="ctr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ru-RU" dirty="0"/>
              <a:t>Окно для вставки фотографии, иллюстрации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8EC28-5BE0-7E49-9412-397DBC16A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79FD6-9EE1-764D-9BF1-8C9BF659A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5664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B61AA1D6-93BC-7E46-B43D-C6BE24CBC4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42000" y="10050462"/>
            <a:ext cx="12449174" cy="1828801"/>
          </a:xfrm>
        </p:spPr>
        <p:txBody>
          <a:bodyPr lIns="0" tIns="0" rIns="0" bIns="27000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latin typeface="+mn-lt"/>
              </a:defRPr>
            </a:lvl1pPr>
            <a:lvl2pPr marL="914354" indent="0" algn="ctr">
              <a:buNone/>
              <a:defRPr sz="4000"/>
            </a:lvl2pPr>
            <a:lvl3pPr marL="1828710" indent="0" algn="ctr">
              <a:buNone/>
              <a:defRPr sz="3600"/>
            </a:lvl3pPr>
            <a:lvl4pPr marL="2743064" indent="0" algn="ctr">
              <a:buNone/>
              <a:defRPr sz="3200"/>
            </a:lvl4pPr>
            <a:lvl5pPr marL="3657419" indent="0" algn="ctr">
              <a:buNone/>
              <a:defRPr sz="3200"/>
            </a:lvl5pPr>
            <a:lvl6pPr marL="4571773" indent="0" algn="ctr">
              <a:buNone/>
              <a:defRPr sz="3200"/>
            </a:lvl6pPr>
            <a:lvl7pPr marL="5486127" indent="0" algn="ctr">
              <a:buNone/>
              <a:defRPr sz="3200"/>
            </a:lvl7pPr>
            <a:lvl8pPr marL="6400483" indent="0" algn="ctr">
              <a:buNone/>
              <a:defRPr sz="3200"/>
            </a:lvl8pPr>
            <a:lvl9pPr marL="7314837" indent="0" algn="ctr">
              <a:buNone/>
              <a:defRPr sz="3200"/>
            </a:lvl9pPr>
          </a:lstStyle>
          <a:p>
            <a:r>
              <a:rPr lang="ru-RU" dirty="0"/>
              <a:t>Автор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052160" y="3111500"/>
            <a:ext cx="19406838" cy="6213475"/>
          </a:xfrm>
        </p:spPr>
        <p:txBody>
          <a:bodyPr tIns="180000" anchor="ctr">
            <a:noAutofit/>
          </a:bodyPr>
          <a:lstStyle>
            <a:lvl1pPr marL="0" indent="0">
              <a:buClr>
                <a:schemeClr val="bg2"/>
              </a:buClr>
              <a:buSzPct val="120000"/>
              <a:buFont typeface="Arial Unicode MS" panose="020B0604020202020204" pitchFamily="34" charset="-128"/>
              <a:buChar char="▎"/>
              <a:defRPr sz="9600" baseline="0"/>
            </a:lvl1pPr>
          </a:lstStyle>
          <a:p>
            <a:pPr lvl="0"/>
            <a:r>
              <a:rPr lang="ru-RU" dirty="0"/>
              <a:t>Цитата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577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(фон чёр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D3B634B-388F-A448-9977-928240B53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750DB9-1050-F946-A127-D0A81371C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3">
            <a:extLst>
              <a:ext uri="{FF2B5EF4-FFF2-40B4-BE49-F238E27FC236}">
                <a16:creationId xmlns:a16="http://schemas.microsoft.com/office/drawing/2014/main" id="{E93341BD-A05E-7146-B509-3E298CC0F2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78235F-978B-214B-8415-D194E2679F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91537" y="3104579"/>
            <a:ext cx="21220838" cy="9144571"/>
          </a:xfrm>
        </p:spPr>
        <p:txBody>
          <a:bodyPr tIns="180000"/>
          <a:lstStyle>
            <a:lvl1pPr>
              <a:lnSpc>
                <a:spcPct val="150000"/>
              </a:lnSpc>
              <a:spcBef>
                <a:spcPts val="600"/>
              </a:spcBef>
              <a:defRPr b="0" i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ru-RU" dirty="0"/>
              <a:t>Код</a:t>
            </a:r>
          </a:p>
        </p:txBody>
      </p:sp>
    </p:spTree>
    <p:extLst>
      <p:ext uri="{BB962C8B-B14F-4D97-AF65-F5344CB8AC3E}">
        <p14:creationId xmlns:p14="http://schemas.microsoft.com/office/powerpoint/2010/main" val="2475485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(фон бел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6CB4852-24CC-9546-8775-D111FA686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E609C07-4ABA-9149-94E6-B2C8983AF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3">
            <a:extLst>
              <a:ext uri="{FF2B5EF4-FFF2-40B4-BE49-F238E27FC236}">
                <a16:creationId xmlns:a16="http://schemas.microsoft.com/office/drawing/2014/main" id="{45484853-AF1C-9C4F-87F8-C9C5A3EDB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7600" y="547141"/>
            <a:ext cx="21232812" cy="1454697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C83B333-F3B4-444F-8A46-A3EA094A3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91537" y="3104579"/>
            <a:ext cx="21220838" cy="9144571"/>
          </a:xfrm>
        </p:spPr>
        <p:txBody>
          <a:bodyPr tIns="180000"/>
          <a:lstStyle>
            <a:lvl1pPr>
              <a:lnSpc>
                <a:spcPct val="150000"/>
              </a:lnSpc>
              <a:spcBef>
                <a:spcPts val="600"/>
              </a:spcBef>
              <a:defRPr b="0" i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ru-RU" dirty="0"/>
              <a:t>Код</a:t>
            </a:r>
          </a:p>
        </p:txBody>
      </p:sp>
    </p:spTree>
    <p:extLst>
      <p:ext uri="{BB962C8B-B14F-4D97-AF65-F5344CB8AC3E}">
        <p14:creationId xmlns:p14="http://schemas.microsoft.com/office/powerpoint/2010/main" val="28746770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_r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5">
            <a:extLst>
              <a:ext uri="{FF2B5EF4-FFF2-40B4-BE49-F238E27FC236}">
                <a16:creationId xmlns:a16="http://schemas.microsoft.com/office/drawing/2014/main" id="{C09B87DF-F74F-C84C-8E71-045F945C69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4665" y="7496175"/>
            <a:ext cx="8418163" cy="820513"/>
          </a:xfrm>
          <a:prstGeom prst="rect">
            <a:avLst/>
          </a:prstGeom>
        </p:spPr>
        <p:txBody>
          <a:bodyPr lIns="0" tIns="0" bIns="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baseline="0">
                <a:latin typeface="+mj-lt"/>
              </a:defRPr>
            </a:lvl1pPr>
          </a:lstStyle>
          <a:p>
            <a:pPr lvl="0"/>
            <a:r>
              <a:rPr lang="ru-RU" dirty="0"/>
              <a:t>Имя и</a:t>
            </a:r>
            <a:r>
              <a:rPr lang="en-US" dirty="0"/>
              <a:t> </a:t>
            </a:r>
            <a:r>
              <a:rPr lang="ru-RU" dirty="0"/>
              <a:t>Фамилия</a:t>
            </a:r>
          </a:p>
        </p:txBody>
      </p:sp>
      <p:sp>
        <p:nvSpPr>
          <p:cNvPr id="12" name="Текст 13">
            <a:extLst>
              <a:ext uri="{FF2B5EF4-FFF2-40B4-BE49-F238E27FC236}">
                <a16:creationId xmlns:a16="http://schemas.microsoft.com/office/drawing/2014/main" id="{83029A49-DE31-E64A-A86E-7056DB181F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2000" y="8553438"/>
            <a:ext cx="8418163" cy="1125550"/>
          </a:xfrm>
          <a:prstGeom prst="rect">
            <a:avLst/>
          </a:prstGeom>
        </p:spPr>
        <p:txBody>
          <a:bodyPr lIns="0" tIns="0" bIns="0" anchor="t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6B16E7C6-92E3-6843-B9BE-BFA1FBEB6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5300" y="3477893"/>
            <a:ext cx="18314988" cy="3656332"/>
          </a:xfrm>
        </p:spPr>
        <p:txBody>
          <a:bodyPr tIns="0" bIns="162000"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 dirty="0"/>
              <a:t>Спасибо</a:t>
            </a:r>
          </a:p>
        </p:txBody>
      </p:sp>
      <p:sp>
        <p:nvSpPr>
          <p:cNvPr id="20" name="Текст 13">
            <a:extLst>
              <a:ext uri="{FF2B5EF4-FFF2-40B4-BE49-F238E27FC236}">
                <a16:creationId xmlns:a16="http://schemas.microsoft.com/office/drawing/2014/main" id="{6DE52A79-8184-B048-AE45-4960F2F1B5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75075" y="10044472"/>
            <a:ext cx="7685088" cy="737030"/>
          </a:xfrm>
          <a:prstGeom prst="rect">
            <a:avLst/>
          </a:prstGeom>
        </p:spPr>
        <p:txBody>
          <a:bodyPr lIns="0" tIns="828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логин@</a:t>
            </a:r>
            <a:r>
              <a:rPr lang="en-US" dirty="0" err="1"/>
              <a:t>yandex-team.ru</a:t>
            </a:r>
            <a:endParaRPr lang="en-US" dirty="0"/>
          </a:p>
        </p:txBody>
      </p:sp>
      <p:sp>
        <p:nvSpPr>
          <p:cNvPr id="24" name="Текст 13">
            <a:extLst>
              <a:ext uri="{FF2B5EF4-FFF2-40B4-BE49-F238E27FC236}">
                <a16:creationId xmlns:a16="http://schemas.microsoft.com/office/drawing/2014/main" id="{189F932A-831C-6E4F-83E8-CFBA348AF3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5073" y="10788728"/>
            <a:ext cx="7685089" cy="720187"/>
          </a:xfrm>
          <a:prstGeom prst="rect">
            <a:avLst/>
          </a:prstGeom>
        </p:spPr>
        <p:txBody>
          <a:bodyPr lIns="0" tIns="684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@</a:t>
            </a:r>
            <a:r>
              <a:rPr lang="en-US" dirty="0"/>
              <a:t>username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71328253-70E3-5C47-993B-51E50AED83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566751" y="7496175"/>
            <a:ext cx="8783537" cy="820513"/>
          </a:xfrm>
          <a:prstGeom prst="rect">
            <a:avLst/>
          </a:prstGeom>
        </p:spPr>
        <p:txBody>
          <a:bodyPr lIns="0" tIns="0" bIns="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baseline="0">
                <a:latin typeface="+mj-lt"/>
              </a:defRPr>
            </a:lvl1pPr>
          </a:lstStyle>
          <a:p>
            <a:pPr lvl="0"/>
            <a:r>
              <a:rPr lang="ru-RU" dirty="0"/>
              <a:t>Имя и</a:t>
            </a:r>
            <a:r>
              <a:rPr lang="en-US" dirty="0"/>
              <a:t> </a:t>
            </a:r>
            <a:r>
              <a:rPr lang="ru-RU" dirty="0"/>
              <a:t>Фамилия</a:t>
            </a:r>
          </a:p>
        </p:txBody>
      </p:sp>
      <p:sp>
        <p:nvSpPr>
          <p:cNvPr id="26" name="Текст 13">
            <a:extLst>
              <a:ext uri="{FF2B5EF4-FFF2-40B4-BE49-F238E27FC236}">
                <a16:creationId xmlns:a16="http://schemas.microsoft.com/office/drawing/2014/main" id="{6A552FD6-ABD1-D64D-9FF6-E553B0A556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566751" y="8553438"/>
            <a:ext cx="8783537" cy="1125550"/>
          </a:xfrm>
          <a:prstGeom prst="rect">
            <a:avLst/>
          </a:prstGeom>
        </p:spPr>
        <p:txBody>
          <a:bodyPr lIns="0" tIns="0" bIns="0" anchor="t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Текст 13">
            <a:extLst>
              <a:ext uri="{FF2B5EF4-FFF2-40B4-BE49-F238E27FC236}">
                <a16:creationId xmlns:a16="http://schemas.microsoft.com/office/drawing/2014/main" id="{7207650D-8903-7C4E-9AEE-D86AEB38CA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290549" y="10044472"/>
            <a:ext cx="8059651" cy="737030"/>
          </a:xfrm>
          <a:prstGeom prst="rect">
            <a:avLst/>
          </a:prstGeom>
        </p:spPr>
        <p:txBody>
          <a:bodyPr lIns="0" tIns="828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логин@</a:t>
            </a:r>
            <a:r>
              <a:rPr lang="en-US" dirty="0" err="1"/>
              <a:t>yandex-team.ru</a:t>
            </a:r>
            <a:endParaRPr lang="en-US" dirty="0"/>
          </a:p>
        </p:txBody>
      </p:sp>
      <p:sp>
        <p:nvSpPr>
          <p:cNvPr id="30" name="Текст 13">
            <a:extLst>
              <a:ext uri="{FF2B5EF4-FFF2-40B4-BE49-F238E27FC236}">
                <a16:creationId xmlns:a16="http://schemas.microsoft.com/office/drawing/2014/main" id="{3BB70EA8-80F5-E34B-BB07-E65613EA8D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90548" y="10788728"/>
            <a:ext cx="8059652" cy="720187"/>
          </a:xfrm>
          <a:prstGeom prst="rect">
            <a:avLst/>
          </a:prstGeom>
        </p:spPr>
        <p:txBody>
          <a:bodyPr lIns="0" tIns="684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@</a:t>
            </a:r>
            <a:r>
              <a:rPr lang="en-US" dirty="0"/>
              <a:t>username</a:t>
            </a:r>
          </a:p>
        </p:txBody>
      </p:sp>
      <p:sp>
        <p:nvSpPr>
          <p:cNvPr id="31" name="Рисунок 10">
            <a:extLst>
              <a:ext uri="{FF2B5EF4-FFF2-40B4-BE49-F238E27FC236}">
                <a16:creationId xmlns:a16="http://schemas.microsoft.com/office/drawing/2014/main" id="{EDCF3707-D507-EE43-908E-05F8BD123C2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2566751" y="10830539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3" name="Рисунок 10">
            <a:extLst>
              <a:ext uri="{FF2B5EF4-FFF2-40B4-BE49-F238E27FC236}">
                <a16:creationId xmlns:a16="http://schemas.microsoft.com/office/drawing/2014/main" id="{338C2023-7709-FA4E-82B3-344C61A157E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2566751" y="10092416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4" name="Рисунок 10">
            <a:extLst>
              <a:ext uri="{FF2B5EF4-FFF2-40B4-BE49-F238E27FC236}">
                <a16:creationId xmlns:a16="http://schemas.microsoft.com/office/drawing/2014/main" id="{FEEA7C5F-02DF-494E-A3DD-371DBF79D42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042000" y="10830539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5" name="Рисунок 10">
            <a:extLst>
              <a:ext uri="{FF2B5EF4-FFF2-40B4-BE49-F238E27FC236}">
                <a16:creationId xmlns:a16="http://schemas.microsoft.com/office/drawing/2014/main" id="{234FC2DF-131A-424E-98BF-B350AB6AFA2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042000" y="10092416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3" name="Рисунок 9">
            <a:extLst>
              <a:ext uri="{FF2B5EF4-FFF2-40B4-BE49-F238E27FC236}">
                <a16:creationId xmlns:a16="http://schemas.microsoft.com/office/drawing/2014/main" id="{CE948354-65EA-4A45-A248-16350434ABB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484475" y="1753711"/>
            <a:ext cx="5865814" cy="1227234"/>
          </a:xfrm>
          <a:noFill/>
          <a:ln>
            <a:noFill/>
          </a:ln>
        </p:spPr>
        <p:txBody>
          <a:bodyPr tIns="594000">
            <a:noAutofit/>
          </a:bodyPr>
          <a:lstStyle>
            <a:lvl1pPr marL="0" indent="0" algn="ctr">
              <a:buFontTx/>
              <a:buNone/>
              <a:defRPr sz="3200" b="0" i="0" baseline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ru-RU" dirty="0"/>
              <a:t>Логотип</a:t>
            </a:r>
            <a:r>
              <a:rPr lang="en-US" dirty="0"/>
              <a:t> </a:t>
            </a:r>
            <a:r>
              <a:rPr lang="ru-RU" dirty="0"/>
              <a:t>партнёра</a:t>
            </a:r>
            <a:r>
              <a:rPr lang="en-US" dirty="0"/>
              <a:t> </a:t>
            </a:r>
            <a:r>
              <a:rPr lang="ru-RU" dirty="0"/>
              <a:t>или</a:t>
            </a:r>
            <a:r>
              <a:rPr lang="en-US" dirty="0"/>
              <a:t> NDA</a:t>
            </a:r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54D8887-1C02-5F4B-99A9-5E9D8CF7E59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0138" y="2211387"/>
            <a:ext cx="2217600" cy="61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565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_ru_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5">
            <a:extLst>
              <a:ext uri="{FF2B5EF4-FFF2-40B4-BE49-F238E27FC236}">
                <a16:creationId xmlns:a16="http://schemas.microsoft.com/office/drawing/2014/main" id="{C09B87DF-F74F-C84C-8E71-045F945C69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4665" y="7496175"/>
            <a:ext cx="8418163" cy="820513"/>
          </a:xfrm>
          <a:prstGeom prst="rect">
            <a:avLst/>
          </a:prstGeom>
        </p:spPr>
        <p:txBody>
          <a:bodyPr lIns="0" tIns="0" bIns="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baseline="0">
                <a:latin typeface="+mj-lt"/>
              </a:defRPr>
            </a:lvl1pPr>
          </a:lstStyle>
          <a:p>
            <a:pPr lvl="0"/>
            <a:r>
              <a:rPr lang="ru-RU" dirty="0"/>
              <a:t>Имя и</a:t>
            </a:r>
            <a:r>
              <a:rPr lang="en-US" dirty="0"/>
              <a:t> </a:t>
            </a:r>
            <a:r>
              <a:rPr lang="ru-RU" dirty="0"/>
              <a:t>Фамилия</a:t>
            </a:r>
          </a:p>
        </p:txBody>
      </p:sp>
      <p:sp>
        <p:nvSpPr>
          <p:cNvPr id="12" name="Текст 13">
            <a:extLst>
              <a:ext uri="{FF2B5EF4-FFF2-40B4-BE49-F238E27FC236}">
                <a16:creationId xmlns:a16="http://schemas.microsoft.com/office/drawing/2014/main" id="{83029A49-DE31-E64A-A86E-7056DB181F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2000" y="8553438"/>
            <a:ext cx="8418163" cy="1125550"/>
          </a:xfrm>
          <a:prstGeom prst="rect">
            <a:avLst/>
          </a:prstGeom>
        </p:spPr>
        <p:txBody>
          <a:bodyPr lIns="0" tIns="0" bIns="0" anchor="t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6B16E7C6-92E3-6843-B9BE-BFA1FBEB6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5300" y="3477893"/>
            <a:ext cx="18314988" cy="3656332"/>
          </a:xfrm>
        </p:spPr>
        <p:txBody>
          <a:bodyPr tIns="0" bIns="162000"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 dirty="0"/>
              <a:t>Спасибо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71328253-70E3-5C47-993B-51E50AED83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566751" y="7496175"/>
            <a:ext cx="8783537" cy="820513"/>
          </a:xfrm>
          <a:prstGeom prst="rect">
            <a:avLst/>
          </a:prstGeom>
        </p:spPr>
        <p:txBody>
          <a:bodyPr lIns="0" tIns="0" bIns="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baseline="0">
                <a:latin typeface="+mj-lt"/>
              </a:defRPr>
            </a:lvl1pPr>
          </a:lstStyle>
          <a:p>
            <a:pPr lvl="0"/>
            <a:r>
              <a:rPr lang="ru-RU" dirty="0"/>
              <a:t>Имя и</a:t>
            </a:r>
            <a:r>
              <a:rPr lang="en-US" dirty="0"/>
              <a:t> </a:t>
            </a:r>
            <a:r>
              <a:rPr lang="ru-RU" dirty="0"/>
              <a:t>Фамилия</a:t>
            </a:r>
          </a:p>
        </p:txBody>
      </p:sp>
      <p:sp>
        <p:nvSpPr>
          <p:cNvPr id="26" name="Текст 13">
            <a:extLst>
              <a:ext uri="{FF2B5EF4-FFF2-40B4-BE49-F238E27FC236}">
                <a16:creationId xmlns:a16="http://schemas.microsoft.com/office/drawing/2014/main" id="{6A552FD6-ABD1-D64D-9FF6-E553B0A556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566751" y="8553438"/>
            <a:ext cx="8783537" cy="1125550"/>
          </a:xfrm>
          <a:prstGeom prst="rect">
            <a:avLst/>
          </a:prstGeom>
        </p:spPr>
        <p:txBody>
          <a:bodyPr lIns="0" tIns="0" bIns="0" anchor="t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+mn-lt"/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pic>
        <p:nvPicPr>
          <p:cNvPr id="21" name="Рисунок 3">
            <a:extLst>
              <a:ext uri="{FF2B5EF4-FFF2-40B4-BE49-F238E27FC236}">
                <a16:creationId xmlns:a16="http://schemas.microsoft.com/office/drawing/2014/main" id="{ACFB3425-CFEE-784D-B66F-A0F8DE3642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5846" y="1821449"/>
            <a:ext cx="1551918" cy="1034612"/>
          </a:xfrm>
          <a:prstGeom prst="rect">
            <a:avLst/>
          </a:prstGeom>
        </p:spPr>
      </p:pic>
      <p:sp>
        <p:nvSpPr>
          <p:cNvPr id="22" name="Текст 13">
            <a:extLst>
              <a:ext uri="{FF2B5EF4-FFF2-40B4-BE49-F238E27FC236}">
                <a16:creationId xmlns:a16="http://schemas.microsoft.com/office/drawing/2014/main" id="{9C698637-29EF-B948-955D-0BE54DF113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75075" y="10044472"/>
            <a:ext cx="7685088" cy="737030"/>
          </a:xfrm>
          <a:prstGeom prst="rect">
            <a:avLst/>
          </a:prstGeom>
        </p:spPr>
        <p:txBody>
          <a:bodyPr lIns="0" tIns="828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логин@</a:t>
            </a:r>
            <a:r>
              <a:rPr lang="en-US" dirty="0" err="1"/>
              <a:t>yandex-team.ru</a:t>
            </a:r>
            <a:endParaRPr lang="en-US" dirty="0"/>
          </a:p>
        </p:txBody>
      </p:sp>
      <p:sp>
        <p:nvSpPr>
          <p:cNvPr id="23" name="Текст 13">
            <a:extLst>
              <a:ext uri="{FF2B5EF4-FFF2-40B4-BE49-F238E27FC236}">
                <a16:creationId xmlns:a16="http://schemas.microsoft.com/office/drawing/2014/main" id="{D716F4C8-7CD5-5B47-B6A8-8F3367FA49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5073" y="10788728"/>
            <a:ext cx="7685089" cy="720187"/>
          </a:xfrm>
          <a:prstGeom prst="rect">
            <a:avLst/>
          </a:prstGeom>
        </p:spPr>
        <p:txBody>
          <a:bodyPr lIns="0" tIns="684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@</a:t>
            </a:r>
            <a:r>
              <a:rPr lang="en-US" dirty="0"/>
              <a:t>username</a:t>
            </a:r>
          </a:p>
        </p:txBody>
      </p:sp>
      <p:sp>
        <p:nvSpPr>
          <p:cNvPr id="28" name="Текст 13">
            <a:extLst>
              <a:ext uri="{FF2B5EF4-FFF2-40B4-BE49-F238E27FC236}">
                <a16:creationId xmlns:a16="http://schemas.microsoft.com/office/drawing/2014/main" id="{F2B55DDA-5FAA-AE42-B240-543D860AB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290549" y="10044472"/>
            <a:ext cx="8059651" cy="737030"/>
          </a:xfrm>
          <a:prstGeom prst="rect">
            <a:avLst/>
          </a:prstGeom>
        </p:spPr>
        <p:txBody>
          <a:bodyPr lIns="0" tIns="828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логин@</a:t>
            </a:r>
            <a:r>
              <a:rPr lang="en-US" dirty="0" err="1"/>
              <a:t>yandex-team.ru</a:t>
            </a:r>
            <a:endParaRPr lang="en-US" dirty="0"/>
          </a:p>
        </p:txBody>
      </p:sp>
      <p:sp>
        <p:nvSpPr>
          <p:cNvPr id="29" name="Текст 13">
            <a:extLst>
              <a:ext uri="{FF2B5EF4-FFF2-40B4-BE49-F238E27FC236}">
                <a16:creationId xmlns:a16="http://schemas.microsoft.com/office/drawing/2014/main" id="{098FF400-D7DE-C143-B74A-ECD241AC01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90548" y="10788728"/>
            <a:ext cx="8059652" cy="720187"/>
          </a:xfrm>
          <a:prstGeom prst="rect">
            <a:avLst/>
          </a:prstGeom>
        </p:spPr>
        <p:txBody>
          <a:bodyPr lIns="0" tIns="684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@</a:t>
            </a:r>
            <a:r>
              <a:rPr lang="en-US" dirty="0"/>
              <a:t>username</a:t>
            </a:r>
          </a:p>
        </p:txBody>
      </p:sp>
      <p:sp>
        <p:nvSpPr>
          <p:cNvPr id="32" name="Рисунок 10">
            <a:extLst>
              <a:ext uri="{FF2B5EF4-FFF2-40B4-BE49-F238E27FC236}">
                <a16:creationId xmlns:a16="http://schemas.microsoft.com/office/drawing/2014/main" id="{6C1C3B2E-4F1A-4B47-A852-88E6E14D77A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2566751" y="10830539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6" name="Рисунок 10">
            <a:extLst>
              <a:ext uri="{FF2B5EF4-FFF2-40B4-BE49-F238E27FC236}">
                <a16:creationId xmlns:a16="http://schemas.microsoft.com/office/drawing/2014/main" id="{14BA5754-E667-764E-86EF-92F7435B74D3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2566751" y="10092416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7" name="Рисунок 10">
            <a:extLst>
              <a:ext uri="{FF2B5EF4-FFF2-40B4-BE49-F238E27FC236}">
                <a16:creationId xmlns:a16="http://schemas.microsoft.com/office/drawing/2014/main" id="{DF1625D4-4883-9D49-82BF-D1E7B810DF6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042000" y="10830539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8" name="Рисунок 10">
            <a:extLst>
              <a:ext uri="{FF2B5EF4-FFF2-40B4-BE49-F238E27FC236}">
                <a16:creationId xmlns:a16="http://schemas.microsoft.com/office/drawing/2014/main" id="{EE88809E-56D9-7A47-A0F2-4E326EEF87E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042000" y="10092416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89C2D9A-38DC-A847-97C1-3127CCD902C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0138" y="2211387"/>
            <a:ext cx="2217600" cy="61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32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_e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6B16E7C6-92E3-6843-B9BE-BFA1FBEB6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5300" y="3477893"/>
            <a:ext cx="18314988" cy="3656332"/>
          </a:xfrm>
        </p:spPr>
        <p:txBody>
          <a:bodyPr tIns="0" bIns="162000" anchor="b" anchorCtr="0"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Thanks</a:t>
            </a:r>
            <a:endParaRPr lang="ru-RU" dirty="0"/>
          </a:p>
        </p:txBody>
      </p:sp>
      <p:sp>
        <p:nvSpPr>
          <p:cNvPr id="21" name="Текст 5">
            <a:extLst>
              <a:ext uri="{FF2B5EF4-FFF2-40B4-BE49-F238E27FC236}">
                <a16:creationId xmlns:a16="http://schemas.microsoft.com/office/drawing/2014/main" id="{EAE55469-0C21-1A45-9E51-211C7A9BFB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2000" y="7496175"/>
            <a:ext cx="8418163" cy="820513"/>
          </a:xfrm>
          <a:prstGeom prst="rect">
            <a:avLst/>
          </a:prstGeom>
        </p:spPr>
        <p:txBody>
          <a:bodyPr lIns="0" tIns="0" bIns="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  <a:endParaRPr lang="ru-RU" dirty="0"/>
          </a:p>
        </p:txBody>
      </p:sp>
      <p:sp>
        <p:nvSpPr>
          <p:cNvPr id="22" name="Текст 13">
            <a:extLst>
              <a:ext uri="{FF2B5EF4-FFF2-40B4-BE49-F238E27FC236}">
                <a16:creationId xmlns:a16="http://schemas.microsoft.com/office/drawing/2014/main" id="{47CE952D-A80F-7D46-9DDA-3082D6B788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2000" y="8553438"/>
            <a:ext cx="8418163" cy="1125550"/>
          </a:xfrm>
          <a:prstGeom prst="rect">
            <a:avLst/>
          </a:prstGeom>
        </p:spPr>
        <p:txBody>
          <a:bodyPr lIns="0" tIns="0" bIns="0" anchor="t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Position</a:t>
            </a:r>
            <a:endParaRPr lang="ru-RU" dirty="0"/>
          </a:p>
        </p:txBody>
      </p:sp>
      <p:sp>
        <p:nvSpPr>
          <p:cNvPr id="28" name="Текст 5">
            <a:extLst>
              <a:ext uri="{FF2B5EF4-FFF2-40B4-BE49-F238E27FC236}">
                <a16:creationId xmlns:a16="http://schemas.microsoft.com/office/drawing/2014/main" id="{FFF86162-5146-A34A-8041-62C28A169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566751" y="7496175"/>
            <a:ext cx="8783537" cy="820513"/>
          </a:xfrm>
          <a:prstGeom prst="rect">
            <a:avLst/>
          </a:prstGeom>
        </p:spPr>
        <p:txBody>
          <a:bodyPr lIns="0" tIns="0" bIns="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  <a:endParaRPr lang="ru-RU" dirty="0"/>
          </a:p>
        </p:txBody>
      </p:sp>
      <p:sp>
        <p:nvSpPr>
          <p:cNvPr id="29" name="Текст 13">
            <a:extLst>
              <a:ext uri="{FF2B5EF4-FFF2-40B4-BE49-F238E27FC236}">
                <a16:creationId xmlns:a16="http://schemas.microsoft.com/office/drawing/2014/main" id="{7E81EC0E-C936-F047-BCBE-336A7C29286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566751" y="8553438"/>
            <a:ext cx="8783537" cy="1125550"/>
          </a:xfrm>
          <a:prstGeom prst="rect">
            <a:avLst/>
          </a:prstGeom>
        </p:spPr>
        <p:txBody>
          <a:bodyPr lIns="0" tIns="0" bIns="0" anchor="t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Position</a:t>
            </a:r>
            <a:endParaRPr lang="ru-RU" dirty="0"/>
          </a:p>
        </p:txBody>
      </p:sp>
      <p:sp>
        <p:nvSpPr>
          <p:cNvPr id="20" name="Рисунок 9">
            <a:extLst>
              <a:ext uri="{FF2B5EF4-FFF2-40B4-BE49-F238E27FC236}">
                <a16:creationId xmlns:a16="http://schemas.microsoft.com/office/drawing/2014/main" id="{53458F94-6E27-5E41-ADC5-7067D4ACF5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484475" y="1753711"/>
            <a:ext cx="5865814" cy="1227234"/>
          </a:xfrm>
          <a:noFill/>
          <a:ln>
            <a:noFill/>
          </a:ln>
        </p:spPr>
        <p:txBody>
          <a:bodyPr tIns="594000">
            <a:noAutofit/>
          </a:bodyPr>
          <a:lstStyle>
            <a:lvl1pPr marL="0" indent="0" algn="ctr">
              <a:buFontTx/>
              <a:buNone/>
              <a:defRPr sz="3200" b="0" i="0" baseline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ru-RU" dirty="0"/>
              <a:t>Логотип</a:t>
            </a:r>
            <a:r>
              <a:rPr lang="en-US" dirty="0"/>
              <a:t> </a:t>
            </a:r>
            <a:r>
              <a:rPr lang="ru-RU" dirty="0"/>
              <a:t>партнёра</a:t>
            </a:r>
            <a:r>
              <a:rPr lang="en-US" dirty="0"/>
              <a:t> </a:t>
            </a:r>
            <a:r>
              <a:rPr lang="ru-RU" dirty="0"/>
              <a:t>или</a:t>
            </a:r>
            <a:r>
              <a:rPr lang="en-US" dirty="0"/>
              <a:t> NDA</a:t>
            </a:r>
            <a:endParaRPr lang="ru-RU" dirty="0"/>
          </a:p>
        </p:txBody>
      </p:sp>
      <p:sp>
        <p:nvSpPr>
          <p:cNvPr id="23" name="Текст 13">
            <a:extLst>
              <a:ext uri="{FF2B5EF4-FFF2-40B4-BE49-F238E27FC236}">
                <a16:creationId xmlns:a16="http://schemas.microsoft.com/office/drawing/2014/main" id="{C654ED97-08CB-8E4A-AF59-840ADABC6B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75075" y="10044472"/>
            <a:ext cx="7685088" cy="737030"/>
          </a:xfrm>
          <a:prstGeom prst="rect">
            <a:avLst/>
          </a:prstGeom>
        </p:spPr>
        <p:txBody>
          <a:bodyPr lIns="0" tIns="828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login</a:t>
            </a:r>
            <a:r>
              <a:rPr lang="ru-RU" dirty="0"/>
              <a:t>@</a:t>
            </a:r>
            <a:r>
              <a:rPr lang="en-US" dirty="0" err="1"/>
              <a:t>yandex-team.ru</a:t>
            </a:r>
            <a:endParaRPr lang="en-US" dirty="0"/>
          </a:p>
        </p:txBody>
      </p:sp>
      <p:sp>
        <p:nvSpPr>
          <p:cNvPr id="24" name="Текст 13">
            <a:extLst>
              <a:ext uri="{FF2B5EF4-FFF2-40B4-BE49-F238E27FC236}">
                <a16:creationId xmlns:a16="http://schemas.microsoft.com/office/drawing/2014/main" id="{4F72034A-FF2E-D24C-971B-D0403C30AA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5073" y="10788728"/>
            <a:ext cx="7685089" cy="720187"/>
          </a:xfrm>
          <a:prstGeom prst="rect">
            <a:avLst/>
          </a:prstGeom>
        </p:spPr>
        <p:txBody>
          <a:bodyPr lIns="0" tIns="684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@</a:t>
            </a:r>
            <a:r>
              <a:rPr lang="en-US" dirty="0"/>
              <a:t>username</a:t>
            </a:r>
          </a:p>
        </p:txBody>
      </p:sp>
      <p:sp>
        <p:nvSpPr>
          <p:cNvPr id="27" name="Текст 13">
            <a:extLst>
              <a:ext uri="{FF2B5EF4-FFF2-40B4-BE49-F238E27FC236}">
                <a16:creationId xmlns:a16="http://schemas.microsoft.com/office/drawing/2014/main" id="{92DA3C59-4020-D244-A72F-38545E7408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290549" y="10044472"/>
            <a:ext cx="8059651" cy="737030"/>
          </a:xfrm>
          <a:prstGeom prst="rect">
            <a:avLst/>
          </a:prstGeom>
        </p:spPr>
        <p:txBody>
          <a:bodyPr lIns="0" tIns="828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login</a:t>
            </a:r>
            <a:r>
              <a:rPr lang="ru-RU" dirty="0"/>
              <a:t>@</a:t>
            </a:r>
            <a:r>
              <a:rPr lang="en-US" dirty="0" err="1"/>
              <a:t>yandex-team.ru</a:t>
            </a:r>
            <a:endParaRPr lang="en-US" dirty="0"/>
          </a:p>
        </p:txBody>
      </p:sp>
      <p:sp>
        <p:nvSpPr>
          <p:cNvPr id="30" name="Текст 13">
            <a:extLst>
              <a:ext uri="{FF2B5EF4-FFF2-40B4-BE49-F238E27FC236}">
                <a16:creationId xmlns:a16="http://schemas.microsoft.com/office/drawing/2014/main" id="{F7E3BFBB-61E1-9E49-91CF-539DABC194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90548" y="10788728"/>
            <a:ext cx="8059652" cy="720187"/>
          </a:xfrm>
          <a:prstGeom prst="rect">
            <a:avLst/>
          </a:prstGeom>
        </p:spPr>
        <p:txBody>
          <a:bodyPr lIns="0" tIns="684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@</a:t>
            </a:r>
            <a:r>
              <a:rPr lang="en-US" dirty="0"/>
              <a:t>username</a:t>
            </a:r>
          </a:p>
        </p:txBody>
      </p:sp>
      <p:sp>
        <p:nvSpPr>
          <p:cNvPr id="31" name="Рисунок 10">
            <a:extLst>
              <a:ext uri="{FF2B5EF4-FFF2-40B4-BE49-F238E27FC236}">
                <a16:creationId xmlns:a16="http://schemas.microsoft.com/office/drawing/2014/main" id="{A0D91A49-9127-9946-AD2E-5964DACE96F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2566751" y="10830539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2" name="Рисунок 10">
            <a:extLst>
              <a:ext uri="{FF2B5EF4-FFF2-40B4-BE49-F238E27FC236}">
                <a16:creationId xmlns:a16="http://schemas.microsoft.com/office/drawing/2014/main" id="{4DD7DC11-474A-3A43-9027-E9198C679D9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2566751" y="10092416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3" name="Рисунок 10">
            <a:extLst>
              <a:ext uri="{FF2B5EF4-FFF2-40B4-BE49-F238E27FC236}">
                <a16:creationId xmlns:a16="http://schemas.microsoft.com/office/drawing/2014/main" id="{9CB86454-AE04-E449-B948-B4A11E7FB90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042000" y="10830539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4" name="Рисунок 10">
            <a:extLst>
              <a:ext uri="{FF2B5EF4-FFF2-40B4-BE49-F238E27FC236}">
                <a16:creationId xmlns:a16="http://schemas.microsoft.com/office/drawing/2014/main" id="{872C4E4E-1285-B14B-99B1-5F90DDB8D9A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042000" y="10092416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9C79230-329F-A543-9199-E5DED23D86F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038475" y="2211387"/>
            <a:ext cx="2217597" cy="61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408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_eng_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6B16E7C6-92E3-6843-B9BE-BFA1FBEB6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8475" y="3477893"/>
            <a:ext cx="18311813" cy="3656332"/>
          </a:xfrm>
        </p:spPr>
        <p:txBody>
          <a:bodyPr tIns="0" bIns="162000" anchor="b" anchorCtr="0"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Thanks</a:t>
            </a:r>
            <a:endParaRPr lang="ru-RU" dirty="0"/>
          </a:p>
        </p:txBody>
      </p:sp>
      <p:sp>
        <p:nvSpPr>
          <p:cNvPr id="21" name="Текст 5">
            <a:extLst>
              <a:ext uri="{FF2B5EF4-FFF2-40B4-BE49-F238E27FC236}">
                <a16:creationId xmlns:a16="http://schemas.microsoft.com/office/drawing/2014/main" id="{EAE55469-0C21-1A45-9E51-211C7A9BFB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2000" y="7496175"/>
            <a:ext cx="8418163" cy="820513"/>
          </a:xfrm>
          <a:prstGeom prst="rect">
            <a:avLst/>
          </a:prstGeom>
        </p:spPr>
        <p:txBody>
          <a:bodyPr lIns="0" tIns="0" bIns="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  <a:endParaRPr lang="ru-RU" dirty="0"/>
          </a:p>
        </p:txBody>
      </p:sp>
      <p:sp>
        <p:nvSpPr>
          <p:cNvPr id="22" name="Текст 13">
            <a:extLst>
              <a:ext uri="{FF2B5EF4-FFF2-40B4-BE49-F238E27FC236}">
                <a16:creationId xmlns:a16="http://schemas.microsoft.com/office/drawing/2014/main" id="{47CE952D-A80F-7D46-9DDA-3082D6B788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2000" y="8553438"/>
            <a:ext cx="8418163" cy="1125550"/>
          </a:xfrm>
          <a:prstGeom prst="rect">
            <a:avLst/>
          </a:prstGeom>
        </p:spPr>
        <p:txBody>
          <a:bodyPr lIns="0" tIns="0" bIns="0" anchor="t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Position</a:t>
            </a:r>
            <a:endParaRPr lang="ru-RU" dirty="0"/>
          </a:p>
        </p:txBody>
      </p:sp>
      <p:sp>
        <p:nvSpPr>
          <p:cNvPr id="28" name="Текст 5">
            <a:extLst>
              <a:ext uri="{FF2B5EF4-FFF2-40B4-BE49-F238E27FC236}">
                <a16:creationId xmlns:a16="http://schemas.microsoft.com/office/drawing/2014/main" id="{FFF86162-5146-A34A-8041-62C28A169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566751" y="7496175"/>
            <a:ext cx="8783537" cy="820513"/>
          </a:xfrm>
          <a:prstGeom prst="rect">
            <a:avLst/>
          </a:prstGeom>
        </p:spPr>
        <p:txBody>
          <a:bodyPr lIns="0" tIns="0" bIns="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  <a:endParaRPr lang="ru-RU" dirty="0"/>
          </a:p>
        </p:txBody>
      </p:sp>
      <p:sp>
        <p:nvSpPr>
          <p:cNvPr id="29" name="Текст 13">
            <a:extLst>
              <a:ext uri="{FF2B5EF4-FFF2-40B4-BE49-F238E27FC236}">
                <a16:creationId xmlns:a16="http://schemas.microsoft.com/office/drawing/2014/main" id="{7E81EC0E-C936-F047-BCBE-336A7C29286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566751" y="8553438"/>
            <a:ext cx="8783537" cy="1125550"/>
          </a:xfrm>
          <a:prstGeom prst="rect">
            <a:avLst/>
          </a:prstGeom>
        </p:spPr>
        <p:txBody>
          <a:bodyPr lIns="0" tIns="0" bIns="0" anchor="t" anchorCtr="0"/>
          <a:lstStyle>
            <a:lvl1pPr>
              <a:spcBef>
                <a:spcPts val="0"/>
              </a:spcBef>
              <a:spcAft>
                <a:spcPts val="0"/>
              </a:spcAft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Position</a:t>
            </a:r>
            <a:endParaRPr lang="ru-RU" dirty="0"/>
          </a:p>
        </p:txBody>
      </p:sp>
      <p:pic>
        <p:nvPicPr>
          <p:cNvPr id="23" name="Рисунок 3">
            <a:extLst>
              <a:ext uri="{FF2B5EF4-FFF2-40B4-BE49-F238E27FC236}">
                <a16:creationId xmlns:a16="http://schemas.microsoft.com/office/drawing/2014/main" id="{0451D57C-FD35-FD4E-A5E3-560F6B6E7D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5846" y="1821449"/>
            <a:ext cx="1551918" cy="1034612"/>
          </a:xfrm>
          <a:prstGeom prst="rect">
            <a:avLst/>
          </a:prstGeom>
        </p:spPr>
      </p:pic>
      <p:sp>
        <p:nvSpPr>
          <p:cNvPr id="20" name="Текст 13">
            <a:extLst>
              <a:ext uri="{FF2B5EF4-FFF2-40B4-BE49-F238E27FC236}">
                <a16:creationId xmlns:a16="http://schemas.microsoft.com/office/drawing/2014/main" id="{82A3B57C-3052-3941-8118-6053CD5CAB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75075" y="10044472"/>
            <a:ext cx="7685088" cy="737030"/>
          </a:xfrm>
          <a:prstGeom prst="rect">
            <a:avLst/>
          </a:prstGeom>
        </p:spPr>
        <p:txBody>
          <a:bodyPr lIns="0" tIns="828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login</a:t>
            </a:r>
            <a:r>
              <a:rPr lang="ru-RU" dirty="0"/>
              <a:t>@</a:t>
            </a:r>
            <a:r>
              <a:rPr lang="en-US" dirty="0" err="1"/>
              <a:t>yandex-team.ru</a:t>
            </a:r>
            <a:endParaRPr lang="en-US" dirty="0"/>
          </a:p>
        </p:txBody>
      </p:sp>
      <p:sp>
        <p:nvSpPr>
          <p:cNvPr id="24" name="Текст 13">
            <a:extLst>
              <a:ext uri="{FF2B5EF4-FFF2-40B4-BE49-F238E27FC236}">
                <a16:creationId xmlns:a16="http://schemas.microsoft.com/office/drawing/2014/main" id="{1941024B-04F2-1D45-89E4-1268A282B80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5073" y="10788728"/>
            <a:ext cx="7685089" cy="720187"/>
          </a:xfrm>
          <a:prstGeom prst="rect">
            <a:avLst/>
          </a:prstGeom>
        </p:spPr>
        <p:txBody>
          <a:bodyPr lIns="0" tIns="684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@</a:t>
            </a:r>
            <a:r>
              <a:rPr lang="en-US" dirty="0"/>
              <a:t>username</a:t>
            </a:r>
          </a:p>
        </p:txBody>
      </p:sp>
      <p:sp>
        <p:nvSpPr>
          <p:cNvPr id="27" name="Текст 13">
            <a:extLst>
              <a:ext uri="{FF2B5EF4-FFF2-40B4-BE49-F238E27FC236}">
                <a16:creationId xmlns:a16="http://schemas.microsoft.com/office/drawing/2014/main" id="{69B7A2EE-6465-3543-846E-2B6EE80F9C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290549" y="10044472"/>
            <a:ext cx="8059651" cy="737030"/>
          </a:xfrm>
          <a:prstGeom prst="rect">
            <a:avLst/>
          </a:prstGeom>
        </p:spPr>
        <p:txBody>
          <a:bodyPr lIns="0" tIns="828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login</a:t>
            </a:r>
            <a:r>
              <a:rPr lang="ru-RU" dirty="0"/>
              <a:t>@</a:t>
            </a:r>
            <a:r>
              <a:rPr lang="en-US" dirty="0" err="1"/>
              <a:t>yandex-team.ru</a:t>
            </a:r>
            <a:endParaRPr lang="en-US" dirty="0"/>
          </a:p>
        </p:txBody>
      </p:sp>
      <p:sp>
        <p:nvSpPr>
          <p:cNvPr id="30" name="Текст 13">
            <a:extLst>
              <a:ext uri="{FF2B5EF4-FFF2-40B4-BE49-F238E27FC236}">
                <a16:creationId xmlns:a16="http://schemas.microsoft.com/office/drawing/2014/main" id="{50F670F1-ABF4-0242-B642-ED441AE7AD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90548" y="10788728"/>
            <a:ext cx="8059652" cy="720187"/>
          </a:xfrm>
          <a:prstGeom prst="rect">
            <a:avLst/>
          </a:prstGeom>
        </p:spPr>
        <p:txBody>
          <a:bodyPr lIns="0" tIns="68400"/>
          <a:lstStyle>
            <a:lvl1pPr marL="0" marR="0" indent="0" algn="l" defTabSz="18286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latin typeface="+mn-lt"/>
              </a:defRPr>
            </a:lvl1pPr>
          </a:lstStyle>
          <a:p>
            <a:pPr marL="0" marR="0" lvl="0" indent="0" algn="l" defTabSz="1828619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@</a:t>
            </a:r>
            <a:r>
              <a:rPr lang="en-US" dirty="0"/>
              <a:t>username</a:t>
            </a:r>
          </a:p>
        </p:txBody>
      </p:sp>
      <p:sp>
        <p:nvSpPr>
          <p:cNvPr id="31" name="Рисунок 10">
            <a:extLst>
              <a:ext uri="{FF2B5EF4-FFF2-40B4-BE49-F238E27FC236}">
                <a16:creationId xmlns:a16="http://schemas.microsoft.com/office/drawing/2014/main" id="{863894CC-FCB9-BE41-B3B9-5E0ACB667AE4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2566751" y="10830539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2" name="Рисунок 10">
            <a:extLst>
              <a:ext uri="{FF2B5EF4-FFF2-40B4-BE49-F238E27FC236}">
                <a16:creationId xmlns:a16="http://schemas.microsoft.com/office/drawing/2014/main" id="{D2B70F9A-6730-8545-B269-E6B3FD02E2B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2566751" y="10092416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3" name="Рисунок 10">
            <a:extLst>
              <a:ext uri="{FF2B5EF4-FFF2-40B4-BE49-F238E27FC236}">
                <a16:creationId xmlns:a16="http://schemas.microsoft.com/office/drawing/2014/main" id="{9FECEDB5-5287-844D-89FA-6ECD50E91C88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042000" y="10830539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34" name="Рисунок 10">
            <a:extLst>
              <a:ext uri="{FF2B5EF4-FFF2-40B4-BE49-F238E27FC236}">
                <a16:creationId xmlns:a16="http://schemas.microsoft.com/office/drawing/2014/main" id="{39D1CC07-7D95-D443-8299-1174A394841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042000" y="10092416"/>
            <a:ext cx="432688" cy="433250"/>
          </a:xfrm>
        </p:spPr>
        <p:txBody>
          <a:bodyPr anchor="ctr" anchorCtr="0"/>
          <a:lstStyle>
            <a:lvl1pPr algn="ctr">
              <a:defRPr sz="1600"/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A34461D-2499-7C4A-BE92-98CEABB8BDC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038475" y="2211387"/>
            <a:ext cx="2217597" cy="61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605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57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87600" y="12624682"/>
            <a:ext cx="17565588" cy="42527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lnSpc>
                <a:spcPct val="100000"/>
              </a:lnSpc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18588" y="12621150"/>
            <a:ext cx="1093787" cy="441707"/>
          </a:xfrm>
          <a:prstGeom prst="rect">
            <a:avLst/>
          </a:prstGeom>
        </p:spPr>
        <p:txBody>
          <a:bodyPr vert="horz" lIns="0" tIns="72000" rIns="0" bIns="0" rtlCol="0" anchor="ctr"/>
          <a:lstStyle>
            <a:lvl1pPr algn="r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741C03D3-FA44-40EC-9A21-1FC4FEA3E22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87600" y="547141"/>
            <a:ext cx="21232812" cy="2554323"/>
          </a:xfrm>
          <a:prstGeom prst="rect">
            <a:avLst/>
          </a:prstGeom>
        </p:spPr>
        <p:txBody>
          <a:bodyPr vert="horz" lIns="0" tIns="198000" rIns="0" bIns="0" rtlCol="0" anchor="t">
            <a:noAutofit/>
          </a:bodyPr>
          <a:lstStyle/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1587600" y="3431440"/>
            <a:ext cx="21224775" cy="88177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  <a:p>
            <a:pPr lvl="1"/>
            <a:r>
              <a:rPr lang="ru-RU" dirty="0"/>
              <a:t>Ключевая мысль</a:t>
            </a:r>
          </a:p>
          <a:p>
            <a:pPr lvl="1"/>
            <a:endParaRPr lang="ru-RU" dirty="0"/>
          </a:p>
          <a:p>
            <a:pPr lvl="2"/>
            <a:r>
              <a:rPr lang="ru-RU" dirty="0"/>
              <a:t>Маркированный список</a:t>
            </a:r>
          </a:p>
          <a:p>
            <a:pPr lvl="2"/>
            <a:endParaRPr lang="ru-RU" dirty="0"/>
          </a:p>
          <a:p>
            <a:pPr lvl="3"/>
            <a:r>
              <a:rPr lang="ru-RU" dirty="0"/>
              <a:t>Нумерованный список</a:t>
            </a:r>
          </a:p>
          <a:p>
            <a:pPr lvl="3"/>
            <a:endParaRPr lang="ru-RU" dirty="0"/>
          </a:p>
          <a:p>
            <a:pPr lvl="4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6577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908" r:id="rId2"/>
    <p:sldLayoutId id="2147483887" r:id="rId3"/>
    <p:sldLayoutId id="2147483955" r:id="rId4"/>
    <p:sldLayoutId id="2147483961" r:id="rId5"/>
    <p:sldLayoutId id="2147483956" r:id="rId6"/>
    <p:sldLayoutId id="2147483928" r:id="rId7"/>
    <p:sldLayoutId id="2147483866" r:id="rId8"/>
    <p:sldLayoutId id="2147483929" r:id="rId9"/>
    <p:sldLayoutId id="2147483909" r:id="rId10"/>
    <p:sldLayoutId id="2147483912" r:id="rId11"/>
    <p:sldLayoutId id="2147483930" r:id="rId12"/>
    <p:sldLayoutId id="2147483890" r:id="rId13"/>
    <p:sldLayoutId id="2147483931" r:id="rId14"/>
    <p:sldLayoutId id="2147483891" r:id="rId15"/>
    <p:sldLayoutId id="2147483867" r:id="rId16"/>
    <p:sldLayoutId id="2147483896" r:id="rId17"/>
    <p:sldLayoutId id="2147483897" r:id="rId18"/>
    <p:sldLayoutId id="2147483898" r:id="rId19"/>
    <p:sldLayoutId id="2147483899" r:id="rId20"/>
    <p:sldLayoutId id="2147483900" r:id="rId21"/>
    <p:sldLayoutId id="2147483901" r:id="rId22"/>
    <p:sldLayoutId id="2147483902" r:id="rId23"/>
    <p:sldLayoutId id="2147483916" r:id="rId24"/>
    <p:sldLayoutId id="2147483903" r:id="rId25"/>
    <p:sldLayoutId id="2147483914" r:id="rId26"/>
    <p:sldLayoutId id="2147483904" r:id="rId27"/>
    <p:sldLayoutId id="2147483905" r:id="rId28"/>
    <p:sldLayoutId id="2147483920" r:id="rId29"/>
    <p:sldLayoutId id="2147483921" r:id="rId30"/>
    <p:sldLayoutId id="2147483922" r:id="rId31"/>
    <p:sldLayoutId id="2147483923" r:id="rId32"/>
    <p:sldLayoutId id="2147483924" r:id="rId33"/>
    <p:sldLayoutId id="2147483925" r:id="rId34"/>
    <p:sldLayoutId id="2147483926" r:id="rId35"/>
    <p:sldLayoutId id="2147483917" r:id="rId36"/>
    <p:sldLayoutId id="2147483913" r:id="rId37"/>
    <p:sldLayoutId id="2147483906" r:id="rId38"/>
    <p:sldLayoutId id="2147483907" r:id="rId39"/>
    <p:sldLayoutId id="2147483957" r:id="rId40"/>
    <p:sldLayoutId id="2147483894" r:id="rId41"/>
    <p:sldLayoutId id="2147483958" r:id="rId42"/>
    <p:sldLayoutId id="2147483918" r:id="rId43"/>
    <p:sldLayoutId id="2147483919" r:id="rId44"/>
  </p:sldLayoutIdLst>
  <p:hf hdr="0" dt="0"/>
  <p:txStyles>
    <p:titleStyle>
      <a:lvl1pPr marL="0" algn="l" defTabSz="1828619" rtl="0" eaLnBrk="1" latinLnBrk="0" hangingPunct="1">
        <a:lnSpc>
          <a:spcPct val="100000"/>
        </a:lnSpc>
        <a:spcBef>
          <a:spcPct val="0"/>
        </a:spcBef>
        <a:buNone/>
        <a:defRPr sz="7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619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Tx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719964" algn="l" defTabSz="1907905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2"/>
        </a:buClr>
        <a:buSzPct val="120000"/>
        <a:buFont typeface="Arial Unicode MS" panose="020B0604020202020204" pitchFamily="34" charset="-128"/>
        <a:buChar char="▎"/>
        <a:defRPr sz="3200" b="1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715963" algn="l" defTabSz="1828619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150000"/>
        <a:buFont typeface="YS Text Light" pitchFamily="2" charset="-52"/>
        <a:buChar char="›"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715963" algn="l" defTabSz="1828619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828619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Tx/>
        <a:buNone/>
        <a:defRPr sz="3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5028699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007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315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623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08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19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927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235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543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852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160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467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762">
          <p15:clr>
            <a:srgbClr val="F26B43"/>
          </p15:clr>
        </p15:guide>
        <p15:guide id="2" pos="6531">
          <p15:clr>
            <a:srgbClr val="F26B43"/>
          </p15:clr>
        </p15:guide>
        <p15:guide id="3" pos="6298">
          <p15:clr>
            <a:srgbClr val="F26B43"/>
          </p15:clr>
        </p15:guide>
        <p15:guide id="4" pos="6067">
          <p15:clr>
            <a:srgbClr val="F26B43"/>
          </p15:clr>
        </p15:guide>
        <p15:guide id="5" pos="5834">
          <p15:clr>
            <a:srgbClr val="F26B43"/>
          </p15:clr>
        </p15:guide>
        <p15:guide id="6" pos="5603">
          <p15:clr>
            <a:srgbClr val="F26B43"/>
          </p15:clr>
        </p15:guide>
        <p15:guide id="8" pos="5148">
          <p15:clr>
            <a:srgbClr val="F26B43"/>
          </p15:clr>
        </p15:guide>
        <p15:guide id="9" pos="4915">
          <p15:clr>
            <a:srgbClr val="F26B43"/>
          </p15:clr>
        </p15:guide>
        <p15:guide id="10" pos="4682">
          <p15:clr>
            <a:srgbClr val="F26B43"/>
          </p15:clr>
        </p15:guide>
        <p15:guide id="11" pos="4451">
          <p15:clr>
            <a:srgbClr val="F26B43"/>
          </p15:clr>
        </p15:guide>
        <p15:guide id="12" pos="4218">
          <p15:clr>
            <a:srgbClr val="F26B43"/>
          </p15:clr>
        </p15:guide>
        <p15:guide id="13" pos="3763">
          <p15:clr>
            <a:srgbClr val="F26B43"/>
          </p15:clr>
        </p15:guide>
        <p15:guide id="14" pos="3994">
          <p15:clr>
            <a:srgbClr val="F26B43"/>
          </p15:clr>
        </p15:guide>
        <p15:guide id="15" pos="3530">
          <p15:clr>
            <a:srgbClr val="F26B43"/>
          </p15:clr>
        </p15:guide>
        <p15:guide id="16" pos="3299">
          <p15:clr>
            <a:srgbClr val="F26B43"/>
          </p15:clr>
        </p15:guide>
        <p15:guide id="17" pos="2835">
          <p15:clr>
            <a:srgbClr val="F26B43"/>
          </p15:clr>
        </p15:guide>
        <p15:guide id="19" pos="2611">
          <p15:clr>
            <a:srgbClr val="F26B43"/>
          </p15:clr>
        </p15:guide>
        <p15:guide id="20" pos="2378">
          <p15:clr>
            <a:srgbClr val="F26B43"/>
          </p15:clr>
        </p15:guide>
        <p15:guide id="21" pos="2147">
          <p15:clr>
            <a:srgbClr val="F26B43"/>
          </p15:clr>
        </p15:guide>
        <p15:guide id="25" pos="6986">
          <p15:clr>
            <a:srgbClr val="F26B43"/>
          </p15:clr>
        </p15:guide>
        <p15:guide id="27" pos="7219">
          <p15:clr>
            <a:srgbClr val="F26B43"/>
          </p15:clr>
        </p15:guide>
        <p15:guide id="29" pos="7913">
          <p15:clr>
            <a:srgbClr val="F26B43"/>
          </p15:clr>
        </p15:guide>
        <p15:guide id="30" pos="8146">
          <p15:clr>
            <a:srgbClr val="F26B43"/>
          </p15:clr>
        </p15:guide>
        <p15:guide id="31" pos="8372">
          <p15:clr>
            <a:srgbClr val="F26B43"/>
          </p15:clr>
        </p15:guide>
        <p15:guide id="32" pos="8602">
          <p15:clr>
            <a:srgbClr val="F26B43"/>
          </p15:clr>
        </p15:guide>
        <p15:guide id="33" pos="9529">
          <p15:clr>
            <a:srgbClr val="F26B43"/>
          </p15:clr>
        </p15:guide>
        <p15:guide id="34" pos="8834">
          <p15:clr>
            <a:srgbClr val="F26B43"/>
          </p15:clr>
        </p15:guide>
        <p15:guide id="35" pos="9754">
          <p15:clr>
            <a:srgbClr val="F26B43"/>
          </p15:clr>
        </p15:guide>
        <p15:guide id="36" pos="10681">
          <p15:clr>
            <a:srgbClr val="F26B43"/>
          </p15:clr>
        </p15:guide>
        <p15:guide id="38" pos="10218">
          <p15:clr>
            <a:srgbClr val="F26B43"/>
          </p15:clr>
        </p15:guide>
        <p15:guide id="39" pos="12522">
          <p15:clr>
            <a:srgbClr val="F26B43"/>
          </p15:clr>
        </p15:guide>
        <p15:guide id="40" pos="10450">
          <p15:clr>
            <a:srgbClr val="F26B43"/>
          </p15:clr>
        </p15:guide>
        <p15:guide id="41" pos="10909" userDrawn="1">
          <p15:clr>
            <a:srgbClr val="F26B43"/>
          </p15:clr>
        </p15:guide>
        <p15:guide id="42" pos="11138">
          <p15:clr>
            <a:srgbClr val="F26B43"/>
          </p15:clr>
        </p15:guide>
        <p15:guide id="44" pos="11370">
          <p15:clr>
            <a:srgbClr val="F26B43"/>
          </p15:clr>
        </p15:guide>
        <p15:guide id="45" pos="11602">
          <p15:clr>
            <a:srgbClr val="F26B43"/>
          </p15:clr>
        </p15:guide>
        <p15:guide id="47" pos="11833">
          <p15:clr>
            <a:srgbClr val="F26B43"/>
          </p15:clr>
        </p15:guide>
        <p15:guide id="48" orient="horz" pos="4260">
          <p15:clr>
            <a:srgbClr val="F26B43"/>
          </p15:clr>
        </p15:guide>
        <p15:guide id="49" orient="horz" pos="4027">
          <p15:clr>
            <a:srgbClr val="F26B43"/>
          </p15:clr>
        </p15:guide>
        <p15:guide id="50" orient="horz" pos="3796" userDrawn="1">
          <p15:clr>
            <a:srgbClr val="F26B43"/>
          </p15:clr>
        </p15:guide>
        <p15:guide id="51" orient="horz" pos="3107" userDrawn="1">
          <p15:clr>
            <a:srgbClr val="F26B43"/>
          </p15:clr>
        </p15:guide>
        <p15:guide id="52" orient="horz" pos="2875" userDrawn="1">
          <p15:clr>
            <a:srgbClr val="F26B43"/>
          </p15:clr>
        </p15:guide>
        <p15:guide id="53" orient="horz" pos="2641">
          <p15:clr>
            <a:srgbClr val="F26B43"/>
          </p15:clr>
        </p15:guide>
        <p15:guide id="54" orient="horz" pos="2408" userDrawn="1">
          <p15:clr>
            <a:srgbClr val="F26B43"/>
          </p15:clr>
        </p15:guide>
        <p15:guide id="57" orient="horz" pos="1723">
          <p15:clr>
            <a:srgbClr val="F26B43"/>
          </p15:clr>
        </p15:guide>
        <p15:guide id="62" orient="horz" pos="4494">
          <p15:clr>
            <a:srgbClr val="F26B43"/>
          </p15:clr>
        </p15:guide>
        <p15:guide id="63" orient="horz" pos="4722">
          <p15:clr>
            <a:srgbClr val="F26B43"/>
          </p15:clr>
        </p15:guide>
        <p15:guide id="64" orient="horz" pos="5179">
          <p15:clr>
            <a:srgbClr val="F26B43"/>
          </p15:clr>
        </p15:guide>
        <p15:guide id="65" orient="horz" pos="5412">
          <p15:clr>
            <a:srgbClr val="F26B43"/>
          </p15:clr>
        </p15:guide>
        <p15:guide id="66" orient="horz" pos="5635" userDrawn="1">
          <p15:clr>
            <a:srgbClr val="F26B43"/>
          </p15:clr>
        </p15:guide>
        <p15:guide id="67" orient="horz" pos="5874">
          <p15:clr>
            <a:srgbClr val="F26B43"/>
          </p15:clr>
        </p15:guide>
        <p15:guide id="68" orient="horz" pos="6097">
          <p15:clr>
            <a:srgbClr val="F26B43"/>
          </p15:clr>
        </p15:guide>
        <p15:guide id="69" orient="horz" pos="6331">
          <p15:clr>
            <a:srgbClr val="F26B43"/>
          </p15:clr>
        </p15:guide>
        <p15:guide id="70" orient="horz" pos="6564">
          <p15:clr>
            <a:srgbClr val="F26B43"/>
          </p15:clr>
        </p15:guide>
        <p15:guide id="71" orient="horz" pos="6792">
          <p15:clr>
            <a:srgbClr val="F26B43"/>
          </p15:clr>
        </p15:guide>
        <p15:guide id="72" orient="horz" pos="7483">
          <p15:clr>
            <a:srgbClr val="F26B43"/>
          </p15:clr>
        </p15:guide>
        <p15:guide id="73" orient="horz" pos="7254">
          <p15:clr>
            <a:srgbClr val="F26B43"/>
          </p15:clr>
        </p15:guide>
        <p15:guide id="74" orient="horz" pos="7026">
          <p15:clr>
            <a:srgbClr val="F26B43"/>
          </p15:clr>
        </p15:guide>
        <p15:guide id="75" pos="7450">
          <p15:clr>
            <a:srgbClr val="F26B43"/>
          </p15:clr>
        </p15:guide>
        <p15:guide id="76" orient="horz" pos="3559">
          <p15:clr>
            <a:srgbClr val="F26B43"/>
          </p15:clr>
        </p15:guide>
        <p15:guide id="77" orient="horz" pos="3338" userDrawn="1">
          <p15:clr>
            <a:srgbClr val="F26B43"/>
          </p15:clr>
        </p15:guide>
        <p15:guide id="78" orient="horz" pos="4945">
          <p15:clr>
            <a:srgbClr val="F26B43"/>
          </p15:clr>
        </p15:guide>
        <p15:guide id="79" pos="1912" userDrawn="1">
          <p15:clr>
            <a:srgbClr val="F26B43"/>
          </p15:clr>
        </p15:guide>
        <p15:guide id="80" pos="1681" userDrawn="1">
          <p15:clr>
            <a:srgbClr val="F26B43"/>
          </p15:clr>
        </p15:guide>
        <p15:guide id="81" pos="1450">
          <p15:clr>
            <a:srgbClr val="F26B43"/>
          </p15:clr>
        </p15:guide>
        <p15:guide id="87" pos="12065">
          <p15:clr>
            <a:srgbClr val="F26B43"/>
          </p15:clr>
        </p15:guide>
        <p15:guide id="89" pos="12754">
          <p15:clr>
            <a:srgbClr val="F26B43"/>
          </p15:clr>
        </p15:guide>
        <p15:guide id="90" pos="12985">
          <p15:clr>
            <a:srgbClr val="F26B43"/>
          </p15:clr>
        </p15:guide>
        <p15:guide id="92" pos="13217">
          <p15:clr>
            <a:srgbClr val="F26B43"/>
          </p15:clr>
        </p15:guide>
        <p15:guide id="93" orient="horz" pos="793">
          <p15:clr>
            <a:srgbClr val="F26B43"/>
          </p15:clr>
        </p15:guide>
        <p15:guide id="94" pos="13449">
          <p15:clr>
            <a:srgbClr val="F26B43"/>
          </p15:clr>
        </p15:guide>
        <p15:guide id="95" pos="13681">
          <p15:clr>
            <a:srgbClr val="F26B43"/>
          </p15:clr>
        </p15:guide>
        <p15:guide id="96" pos="13906">
          <p15:clr>
            <a:srgbClr val="F26B43"/>
          </p15:clr>
        </p15:guide>
        <p15:guide id="97" pos="14141">
          <p15:clr>
            <a:srgbClr val="F26B43"/>
          </p15:clr>
        </p15:guide>
        <p15:guide id="101" pos="9066">
          <p15:clr>
            <a:srgbClr val="F26B43"/>
          </p15:clr>
        </p15:guide>
        <p15:guide id="102" pos="9298">
          <p15:clr>
            <a:srgbClr val="F26B43"/>
          </p15:clr>
        </p15:guide>
        <p15:guide id="104" orient="horz" pos="1261">
          <p15:clr>
            <a:srgbClr val="F26B43"/>
          </p15:clr>
        </p15:guide>
        <p15:guide id="108" orient="horz" pos="7716">
          <p15:clr>
            <a:srgbClr val="F26B43"/>
          </p15:clr>
        </p15:guide>
        <p15:guide id="109" orient="horz" pos="1027">
          <p15:clr>
            <a:srgbClr val="F26B43"/>
          </p15:clr>
        </p15:guide>
        <p15:guide id="111" orient="horz" pos="1494">
          <p15:clr>
            <a:srgbClr val="F26B43"/>
          </p15:clr>
        </p15:guide>
        <p15:guide id="112" pos="1226">
          <p15:clr>
            <a:srgbClr val="F26B43"/>
          </p15:clr>
        </p15:guide>
        <p15:guide id="113" pos="995">
          <p15:clr>
            <a:srgbClr val="F26B43"/>
          </p15:clr>
        </p15:guide>
        <p15:guide id="118" orient="horz" pos="2177" userDrawn="1">
          <p15:clr>
            <a:srgbClr val="F26B43"/>
          </p15:clr>
        </p15:guide>
        <p15:guide id="122" pos="14370">
          <p15:clr>
            <a:srgbClr val="F26B43"/>
          </p15:clr>
        </p15:guide>
        <p15:guide id="123" orient="horz" pos="571">
          <p15:clr>
            <a:srgbClr val="F26B43"/>
          </p15:clr>
        </p15:guide>
        <p15:guide id="124" orient="horz" pos="8178">
          <p15:clr>
            <a:srgbClr val="F26B43"/>
          </p15:clr>
        </p15:guide>
        <p15:guide id="125" orient="horz" pos="7946" userDrawn="1">
          <p15:clr>
            <a:srgbClr val="F26B43"/>
          </p15:clr>
        </p15:guide>
        <p15:guide id="126" orient="horz" pos="19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iki.yandex-team.ru/ai-instrumenty-v-mezhnare/" TargetMode="Externa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CCA0FE4E-482F-B64A-9583-2D4737BD5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2718" y="3831168"/>
            <a:ext cx="18308288" cy="5493808"/>
          </a:xfrm>
        </p:spPr>
        <p:txBody>
          <a:bodyPr/>
          <a:lstStyle/>
          <a:p>
            <a:r>
              <a:rPr lang="en-US" dirty="0"/>
              <a:t>AI-</a:t>
            </a:r>
            <a:r>
              <a:rPr lang="ru-RU" dirty="0"/>
              <a:t>разработка в </a:t>
            </a:r>
            <a:r>
              <a:rPr lang="en-US" dirty="0"/>
              <a:t>Nirvana</a:t>
            </a:r>
            <a:endParaRPr lang="ru-RU" dirty="0"/>
          </a:p>
        </p:txBody>
      </p:sp>
      <p:sp>
        <p:nvSpPr>
          <p:cNvPr id="8" name="Подзаголовок 10">
            <a:extLst>
              <a:ext uri="{FF2B5EF4-FFF2-40B4-BE49-F238E27FC236}">
                <a16:creationId xmlns:a16="http://schemas.microsoft.com/office/drawing/2014/main" id="{CA47466D-8929-4443-B99F-F09952ADE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2001" y="10061096"/>
            <a:ext cx="18308288" cy="1818167"/>
          </a:xfrm>
        </p:spPr>
        <p:txBody>
          <a:bodyPr/>
          <a:lstStyle/>
          <a:p>
            <a:r>
              <a:rPr lang="ru-RU" dirty="0"/>
              <a:t>Иван Мордвинцев, группа </a:t>
            </a:r>
            <a:r>
              <a:rPr lang="en-US" dirty="0"/>
              <a:t>ML-</a:t>
            </a:r>
            <a:r>
              <a:rPr lang="ru-RU" dirty="0"/>
              <a:t>сигналов Поиска</a:t>
            </a:r>
          </a:p>
        </p:txBody>
      </p:sp>
    </p:spTree>
    <p:extLst>
      <p:ext uri="{BB962C8B-B14F-4D97-AF65-F5344CB8AC3E}">
        <p14:creationId xmlns:p14="http://schemas.microsoft.com/office/powerpoint/2010/main" val="3818112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F335D-983A-8949-99D5-DBDAEED4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D042CD-7136-8B40-9570-513373B33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ru-RU" dirty="0"/>
              <a:t>разработка в </a:t>
            </a:r>
            <a:r>
              <a:rPr lang="en-US" dirty="0"/>
              <a:t>Nirvana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87B646-4107-E944-8421-DDBF6EBE0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C03D3-FA44-40EC-9A21-1FC4FEA3E22E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A04C724-3EC8-1845-9A72-67374D059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405800" lvl="1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/>
              <a:t>Мотивация</a:t>
            </a:r>
          </a:p>
          <a:p>
            <a:pPr marL="1405800" lvl="1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/>
              <a:t>Решаемые задачи</a:t>
            </a:r>
          </a:p>
          <a:p>
            <a:pPr marL="1405800" lvl="1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/>
              <a:t>Настройка</a:t>
            </a:r>
          </a:p>
          <a:p>
            <a:pPr marL="1405800" lvl="1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dirty="0"/>
              <a:t>Вопросы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1B352-7BE1-EE46-9CE4-77E502E191AA}"/>
              </a:ext>
            </a:extLst>
          </p:cNvPr>
          <p:cNvSpPr txBox="1"/>
          <p:nvPr/>
        </p:nvSpPr>
        <p:spPr>
          <a:xfrm>
            <a:off x="14044803" y="9709715"/>
            <a:ext cx="8404035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+mj-lt"/>
              </a:rPr>
              <a:t>Важно: </a:t>
            </a:r>
            <a:r>
              <a:rPr lang="ru-RU" sz="2400" dirty="0">
                <a:solidFill>
                  <a:schemeClr val="bg1"/>
                </a:solidFill>
                <a:latin typeface="+mj-lt"/>
              </a:rPr>
              <a:t>если нужно вернуться на предыдущий способ выделения, нужно нажать на клавишу </a:t>
            </a:r>
            <a:r>
              <a:rPr lang="ru-RU" sz="2400" b="1" dirty="0">
                <a:solidFill>
                  <a:schemeClr val="bg1"/>
                </a:solidFill>
                <a:latin typeface="+mj-lt"/>
              </a:rPr>
              <a:t>Меньший отступ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B3CB617-59D0-E64C-8064-5BC5243095A9}"/>
              </a:ext>
            </a:extLst>
          </p:cNvPr>
          <p:cNvSpPr/>
          <p:nvPr/>
        </p:nvSpPr>
        <p:spPr>
          <a:xfrm>
            <a:off x="14044803" y="5062521"/>
            <a:ext cx="7110525" cy="46166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1" name="Заголовок 5">
            <a:extLst>
              <a:ext uri="{FF2B5EF4-FFF2-40B4-BE49-F238E27FC236}">
                <a16:creationId xmlns:a16="http://schemas.microsoft.com/office/drawing/2014/main" id="{E6BFD3C6-7DB3-FF40-8093-DA422260ACA5}"/>
              </a:ext>
            </a:extLst>
          </p:cNvPr>
          <p:cNvSpPr txBox="1">
            <a:spLocks/>
          </p:cNvSpPr>
          <p:nvPr/>
        </p:nvSpPr>
        <p:spPr>
          <a:xfrm>
            <a:off x="14044803" y="2721391"/>
            <a:ext cx="8663605" cy="112925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182861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chemeClr val="bg1"/>
                </a:solidFill>
              </a:rPr>
              <a:t>Как выделить ключевую мысль </a:t>
            </a:r>
            <a:br>
              <a:rPr lang="ru-RU" sz="3200" dirty="0">
                <a:solidFill>
                  <a:schemeClr val="bg1"/>
                </a:solidFill>
              </a:rPr>
            </a:br>
            <a:r>
              <a:rPr lang="ru-RU" sz="3200" dirty="0">
                <a:solidFill>
                  <a:schemeClr val="bg1"/>
                </a:solidFill>
              </a:rPr>
              <a:t>и сделать списки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1C8EB6F4-43CB-E047-A3FA-13BD540A6135}"/>
              </a:ext>
            </a:extLst>
          </p:cNvPr>
          <p:cNvSpPr txBox="1">
            <a:spLocks/>
          </p:cNvSpPr>
          <p:nvPr/>
        </p:nvSpPr>
        <p:spPr>
          <a:xfrm>
            <a:off x="14044803" y="3848658"/>
            <a:ext cx="8424863" cy="3627761"/>
          </a:xfrm>
          <a:prstGeom prst="rect">
            <a:avLst/>
          </a:prstGeom>
        </p:spPr>
        <p:txBody>
          <a:bodyPr lIns="0"/>
          <a:lstStyle>
            <a:lvl1pPr marL="0" indent="0" algn="l" defTabSz="1828619" rtl="0" eaLnBrk="1" latinLnBrk="0" hangingPunct="1">
              <a:lnSpc>
                <a:spcPct val="100000"/>
              </a:lnSpc>
              <a:spcBef>
                <a:spcPts val="3000"/>
              </a:spcBef>
              <a:spcAft>
                <a:spcPts val="3000"/>
              </a:spcAft>
              <a:buFontTx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719964" algn="l" defTabSz="190790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Impact" panose="020B0806030902050204" pitchFamily="34" charset="0"/>
              <a:buChar char="▌"/>
              <a:defRPr sz="4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11924" indent="-719964" algn="l" defTabSz="1828619" rtl="0" eaLnBrk="1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SzPct val="150000"/>
              <a:buFont typeface="Yandex Sans Text Light" panose="02000000000000000000" pitchFamily="2" charset="-52"/>
              <a:buChar char="›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24" indent="-719964" algn="l" defTabSz="1828619" rtl="0" eaLnBrk="1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Font typeface="+mj-lt"/>
              <a:buAutoNum type="arabicPeriod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828619" rtl="0" eaLnBrk="1" latinLnBrk="0" hangingPunct="1">
              <a:lnSpc>
                <a:spcPct val="100000"/>
              </a:lnSpc>
              <a:spcBef>
                <a:spcPts val="3000"/>
              </a:spcBef>
              <a:spcAft>
                <a:spcPts val="3000"/>
              </a:spcAft>
              <a:buFontTx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699" indent="-457155" algn="l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007" indent="-457155" algn="l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315" indent="-457155" algn="l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1623" indent="-457155" algn="l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2400" dirty="0">
                <a:solidFill>
                  <a:schemeClr val="bg1"/>
                </a:solidFill>
              </a:rPr>
              <a:t>Выдели текст, зайди на вкладку </a:t>
            </a:r>
            <a:r>
              <a:rPr lang="ru-RU" sz="2400" b="1" dirty="0">
                <a:solidFill>
                  <a:schemeClr val="bg1"/>
                </a:solidFill>
              </a:rPr>
              <a:t>Главная</a:t>
            </a:r>
            <a:r>
              <a:rPr lang="ru-RU" sz="2400" dirty="0">
                <a:solidFill>
                  <a:schemeClr val="bg1"/>
                </a:solidFill>
              </a:rPr>
              <a:t> и нажми клавишу </a:t>
            </a:r>
            <a:r>
              <a:rPr lang="ru-RU" sz="2400" b="1" dirty="0">
                <a:solidFill>
                  <a:schemeClr val="bg1"/>
                </a:solidFill>
                <a:latin typeface="+mj-lt"/>
              </a:rPr>
              <a:t>Больший отступ:</a:t>
            </a:r>
          </a:p>
          <a:p>
            <a:pPr marL="720000" indent="-720000">
              <a:spcBef>
                <a:spcPts val="0"/>
              </a:spcBef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  <a:latin typeface="+mj-lt"/>
              </a:rPr>
              <a:t>О</a:t>
            </a:r>
            <a:r>
              <a:rPr lang="ru-RU" sz="2400" b="1" dirty="0">
                <a:solidFill>
                  <a:schemeClr val="bg1"/>
                </a:solidFill>
              </a:rPr>
              <a:t>дин раз</a:t>
            </a:r>
            <a:r>
              <a:rPr lang="ru-RU" sz="2400" dirty="0">
                <a:solidFill>
                  <a:schemeClr val="bg1"/>
                </a:solidFill>
              </a:rPr>
              <a:t>, чтобы выделить </a:t>
            </a:r>
            <a:r>
              <a:rPr lang="ru-RU" sz="2400" b="1" dirty="0">
                <a:solidFill>
                  <a:schemeClr val="bg1"/>
                </a:solidFill>
              </a:rPr>
              <a:t>ключевую мысль</a:t>
            </a:r>
            <a:br>
              <a:rPr lang="ru-RU" sz="2400" b="1" dirty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Важно: ч</a:t>
            </a:r>
            <a:r>
              <a:rPr lang="ru-RU" sz="2400" dirty="0">
                <a:solidFill>
                  <a:schemeClr val="bg1"/>
                </a:solidFill>
              </a:rPr>
              <a:t>тобы жёлтая линия не разрывалась, 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поставь курсор в конце строки и нажми </a:t>
            </a:r>
            <a:r>
              <a:rPr lang="en-US" sz="2400" b="1" dirty="0">
                <a:solidFill>
                  <a:schemeClr val="bg1"/>
                </a:solidFill>
              </a:rPr>
              <a:t>Enter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ru-RU" sz="2400" b="1" dirty="0">
              <a:solidFill>
                <a:schemeClr val="bg1"/>
              </a:solidFill>
            </a:endParaRPr>
          </a:p>
          <a:p>
            <a:pPr marL="720000" indent="-720000">
              <a:spcBef>
                <a:spcPts val="0"/>
              </a:spcBef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Два раза</a:t>
            </a:r>
            <a:r>
              <a:rPr lang="ru-RU" sz="2400" dirty="0">
                <a:solidFill>
                  <a:schemeClr val="bg1"/>
                </a:solidFill>
              </a:rPr>
              <a:t>, чтобы создать 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маркированный список </a:t>
            </a:r>
            <a:r>
              <a:rPr lang="ru-RU" sz="2400" dirty="0">
                <a:solidFill>
                  <a:schemeClr val="bg1"/>
                </a:solidFill>
              </a:rPr>
              <a:t>в виде стрелочки </a:t>
            </a:r>
          </a:p>
          <a:p>
            <a:pPr marL="720000" indent="-720000">
              <a:spcBef>
                <a:spcPts val="0"/>
              </a:spcBef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</a:rPr>
              <a:t>Три раза</a:t>
            </a:r>
            <a:r>
              <a:rPr lang="ru-RU" sz="2400" dirty="0">
                <a:solidFill>
                  <a:schemeClr val="bg1"/>
                </a:solidFill>
              </a:rPr>
              <a:t>, чтобы создать </a:t>
            </a:r>
            <a:r>
              <a:rPr lang="ru-RU" sz="2400" b="1" dirty="0">
                <a:solidFill>
                  <a:schemeClr val="bg1"/>
                </a:solidFill>
              </a:rPr>
              <a:t>нумерованный список</a:t>
            </a:r>
          </a:p>
        </p:txBody>
      </p:sp>
    </p:spTree>
    <p:extLst>
      <p:ext uri="{BB962C8B-B14F-4D97-AF65-F5344CB8AC3E}">
        <p14:creationId xmlns:p14="http://schemas.microsoft.com/office/powerpoint/2010/main" val="243663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F335D-983A-8949-99D5-DBDAEED4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Мотивация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D042CD-7136-8B40-9570-513373B33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ru-RU" dirty="0"/>
              <a:t>разработка в </a:t>
            </a:r>
            <a:r>
              <a:rPr lang="en-US" dirty="0"/>
              <a:t>Nirvana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87B646-4107-E944-8421-DDBF6EBE0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C03D3-FA44-40EC-9A21-1FC4FEA3E22E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A04C724-3EC8-1845-9A72-67374D059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lr>
                <a:srgbClr val="FF0000"/>
              </a:buClr>
            </a:pPr>
            <a:r>
              <a:rPr lang="ru-RU" dirty="0"/>
              <a:t>Задача</a:t>
            </a:r>
            <a:r>
              <a:rPr lang="en-US" dirty="0"/>
              <a:t>:</a:t>
            </a:r>
            <a:endParaRPr lang="ru-RU" dirty="0"/>
          </a:p>
          <a:p>
            <a:pPr lvl="0"/>
            <a:endParaRPr lang="ru-RU" dirty="0"/>
          </a:p>
          <a:p>
            <a:pPr lvl="0"/>
            <a:r>
              <a:rPr lang="ru-RU" dirty="0"/>
              <a:t>Двигать кубики, смотреть, как они падают, и двигать их снова.</a:t>
            </a:r>
          </a:p>
          <a:p>
            <a:pPr lvl="0"/>
            <a:endParaRPr lang="ru-RU" dirty="0"/>
          </a:p>
          <a:p>
            <a:pPr lvl="1"/>
            <a:r>
              <a:rPr lang="ru-RU" dirty="0"/>
              <a:t>Методы:</a:t>
            </a:r>
          </a:p>
          <a:p>
            <a:pPr lvl="1"/>
            <a:endParaRPr lang="ru-RU" dirty="0"/>
          </a:p>
          <a:p>
            <a:r>
              <a:rPr lang="ru-RU" dirty="0" err="1"/>
              <a:t>Склонировать</a:t>
            </a:r>
            <a:r>
              <a:rPr lang="ru-RU" dirty="0"/>
              <a:t> граф, поменять опции кубика, взять кусок из другого графа, обновить версию</a:t>
            </a:r>
          </a:p>
          <a:p>
            <a:pPr lvl="0"/>
            <a:endParaRPr lang="ru-RU" dirty="0"/>
          </a:p>
          <a:p>
            <a:pPr lvl="1">
              <a:buClr>
                <a:schemeClr val="accent2">
                  <a:lumMod val="60000"/>
                  <a:lumOff val="40000"/>
                </a:schemeClr>
              </a:buClr>
            </a:pPr>
            <a:r>
              <a:rPr lang="ru-RU" dirty="0"/>
              <a:t>Решение: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Отдать рутину ИИ-агенту, умеющему работать с </a:t>
            </a:r>
            <a:r>
              <a:rPr lang="en-US" dirty="0"/>
              <a:t>Nirvana </a:t>
            </a:r>
            <a:r>
              <a:rPr lang="ru-RU" dirty="0"/>
              <a:t>и на освободившееся время пить чай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393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F335D-983A-8949-99D5-DBDAEED4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Решаемые задачи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D042CD-7136-8B40-9570-513373B33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ru-RU" dirty="0"/>
              <a:t>разработка в </a:t>
            </a:r>
            <a:r>
              <a:rPr lang="en-US" dirty="0"/>
              <a:t>Nirvana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87B646-4107-E944-8421-DDBF6EBE0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C03D3-FA44-40EC-9A21-1FC4FEA3E22E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53" name="Объект 4">
            <a:extLst>
              <a:ext uri="{FF2B5EF4-FFF2-40B4-BE49-F238E27FC236}">
                <a16:creationId xmlns:a16="http://schemas.microsoft.com/office/drawing/2014/main" id="{BF6CB5A2-9AFB-9BE9-A0C2-A7E07940C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637" y="2900078"/>
            <a:ext cx="21224775" cy="9497485"/>
          </a:xfrm>
        </p:spPr>
        <p:txBody>
          <a:bodyPr/>
          <a:lstStyle/>
          <a:p>
            <a:pPr lvl="1"/>
            <a:r>
              <a:rPr lang="ru-RU" sz="3600" dirty="0"/>
              <a:t>Ускорь граф </a:t>
            </a:r>
            <a:r>
              <a:rPr lang="en-US" sz="3600" dirty="0"/>
              <a:t>X</a:t>
            </a:r>
          </a:p>
          <a:p>
            <a:pPr lvl="0"/>
            <a:endParaRPr lang="en-US" dirty="0"/>
          </a:p>
          <a:p>
            <a:pPr lvl="2">
              <a:lnSpc>
                <a:spcPct val="150000"/>
              </a:lnSpc>
            </a:pPr>
            <a:r>
              <a:rPr lang="ru-RU" dirty="0"/>
              <a:t>Анализ</a:t>
            </a:r>
            <a:endParaRPr lang="ru-RU" sz="2800" dirty="0"/>
          </a:p>
          <a:p>
            <a:pPr lvl="0"/>
            <a:r>
              <a:rPr lang="en-US" sz="2800" dirty="0"/>
              <a:t>Nirvana: </a:t>
            </a:r>
            <a:r>
              <a:rPr lang="en-US" sz="2800" dirty="0" err="1"/>
              <a:t>getWorkflow</a:t>
            </a:r>
            <a:r>
              <a:rPr lang="en-US" sz="2800" dirty="0"/>
              <a:t>, </a:t>
            </a:r>
            <a:r>
              <a:rPr lang="en-US" sz="2800" dirty="0" err="1"/>
              <a:t>getBlockResults</a:t>
            </a:r>
            <a:r>
              <a:rPr lang="en-US" sz="2800" dirty="0"/>
              <a:t>, </a:t>
            </a:r>
            <a:r>
              <a:rPr lang="en-US" sz="2800" dirty="0" err="1"/>
              <a:t>getBlock</a:t>
            </a:r>
            <a:r>
              <a:rPr lang="en-US" sz="2800" dirty="0"/>
              <a:t>[Inputs/Outputs], </a:t>
            </a:r>
            <a:r>
              <a:rPr lang="en-US" sz="2800" dirty="0" err="1"/>
              <a:t>getBlockParameters</a:t>
            </a:r>
            <a:endParaRPr lang="en-US" sz="2800" dirty="0"/>
          </a:p>
          <a:p>
            <a:pPr lvl="0"/>
            <a:r>
              <a:rPr lang="en-US" sz="2800" dirty="0"/>
              <a:t>YT: </a:t>
            </a:r>
            <a:r>
              <a:rPr lang="en-US" sz="2800" dirty="0" err="1"/>
              <a:t>readTable</a:t>
            </a:r>
            <a:r>
              <a:rPr lang="en-US" sz="2800" dirty="0"/>
              <a:t>, </a:t>
            </a:r>
            <a:r>
              <a:rPr lang="en-US" sz="2800" dirty="0" err="1"/>
              <a:t>getTableScheme</a:t>
            </a:r>
            <a:endParaRPr lang="en-US" sz="2800" dirty="0"/>
          </a:p>
          <a:p>
            <a:pPr lvl="0"/>
            <a:r>
              <a:rPr lang="en-US" sz="2800" dirty="0"/>
              <a:t>YQL: </a:t>
            </a:r>
            <a:r>
              <a:rPr lang="ru-RU" sz="2800" dirty="0"/>
              <a:t>посчитать статистики, пересечение таблиц</a:t>
            </a:r>
            <a:endParaRPr lang="en-US" sz="2800" dirty="0"/>
          </a:p>
          <a:p>
            <a:pPr lvl="0"/>
            <a:r>
              <a:rPr lang="en-US" sz="2800" dirty="0"/>
              <a:t>ST: </a:t>
            </a:r>
            <a:r>
              <a:rPr lang="ru-RU" sz="2800" dirty="0"/>
              <a:t>поиск по тикетам</a:t>
            </a:r>
          </a:p>
          <a:p>
            <a:pPr lvl="0"/>
            <a:endParaRPr lang="en-US" dirty="0"/>
          </a:p>
          <a:p>
            <a:pPr lvl="2"/>
            <a:r>
              <a:rPr lang="ru-RU" dirty="0"/>
              <a:t>Эксперименты</a:t>
            </a:r>
          </a:p>
          <a:p>
            <a:pPr lvl="0"/>
            <a:r>
              <a:rPr lang="en-US" sz="2800" dirty="0"/>
              <a:t>Nirvana: </a:t>
            </a:r>
            <a:r>
              <a:rPr lang="en-US" sz="2800" dirty="0" err="1"/>
              <a:t>cloneWorkflow</a:t>
            </a:r>
            <a:r>
              <a:rPr lang="en-US" sz="2800" dirty="0"/>
              <a:t>, </a:t>
            </a:r>
            <a:r>
              <a:rPr lang="en-US" sz="2800" dirty="0" err="1"/>
              <a:t>findWorkflow</a:t>
            </a:r>
            <a:r>
              <a:rPr lang="en-US" sz="2800" dirty="0"/>
              <a:t>, [add/connect/disconnect]</a:t>
            </a:r>
            <a:r>
              <a:rPr lang="en-US" sz="2800" dirty="0" err="1"/>
              <a:t>OperationBlocks</a:t>
            </a:r>
            <a:r>
              <a:rPr lang="en-US" sz="2800" dirty="0"/>
              <a:t>, </a:t>
            </a:r>
            <a:r>
              <a:rPr lang="en-US" sz="2800" dirty="0" err="1"/>
              <a:t>startWorkflow</a:t>
            </a:r>
            <a:r>
              <a:rPr lang="en-US" sz="2800" dirty="0"/>
              <a:t>, </a:t>
            </a:r>
            <a:r>
              <a:rPr lang="en-US" sz="2800" dirty="0" err="1"/>
              <a:t>findOperation</a:t>
            </a:r>
            <a:r>
              <a:rPr lang="en-US" sz="2800" dirty="0"/>
              <a:t>, </a:t>
            </a:r>
            <a:r>
              <a:rPr lang="en-US" sz="2800" dirty="0" err="1"/>
              <a:t>getOperation</a:t>
            </a:r>
            <a:r>
              <a:rPr lang="en-US" sz="2800" dirty="0"/>
              <a:t> </a:t>
            </a:r>
          </a:p>
          <a:p>
            <a:pPr lvl="0"/>
            <a:r>
              <a:rPr lang="en-US" sz="2800" dirty="0"/>
              <a:t>YT, YQL, Arc, </a:t>
            </a:r>
            <a:r>
              <a:rPr lang="en-US" sz="2800" dirty="0" err="1"/>
              <a:t>SoY</a:t>
            </a:r>
            <a:r>
              <a:rPr lang="en-US" sz="2800" dirty="0"/>
              <a:t>, ST</a:t>
            </a:r>
          </a:p>
          <a:p>
            <a:pPr lvl="0"/>
            <a:endParaRPr lang="ru-RU" dirty="0"/>
          </a:p>
          <a:p>
            <a:pPr lvl="2"/>
            <a:r>
              <a:rPr lang="ru-RU" dirty="0"/>
              <a:t>Финал</a:t>
            </a:r>
            <a:endParaRPr lang="en-US" dirty="0"/>
          </a:p>
          <a:p>
            <a:pPr lvl="0"/>
            <a:r>
              <a:rPr lang="en-US" sz="2800" dirty="0"/>
              <a:t>Nirvana: [clone/create]Operation, </a:t>
            </a:r>
            <a:r>
              <a:rPr lang="en-US" sz="2800" dirty="0" err="1"/>
              <a:t>validateOperation</a:t>
            </a:r>
            <a:r>
              <a:rPr lang="en-US" sz="2800" dirty="0"/>
              <a:t>, </a:t>
            </a:r>
            <a:r>
              <a:rPr lang="en-US" sz="2800" dirty="0" err="1"/>
              <a:t>approveOperation</a:t>
            </a:r>
            <a:endParaRPr lang="ru-RU" sz="2800" dirty="0"/>
          </a:p>
          <a:p>
            <a:pPr lvl="0"/>
            <a:r>
              <a:rPr lang="en-US" sz="2800" dirty="0"/>
              <a:t>ST, Arc</a:t>
            </a:r>
            <a:endParaRPr lang="ru-RU" sz="28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93DEB3-3C58-E0FA-5392-FC18457CAE90}"/>
              </a:ext>
            </a:extLst>
          </p:cNvPr>
          <p:cNvSpPr txBox="1"/>
          <p:nvPr/>
        </p:nvSpPr>
        <p:spPr>
          <a:xfrm>
            <a:off x="4272622" y="4258914"/>
            <a:ext cx="121955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– собрать контекст, найти где долго, посмотреть таблицы</a:t>
            </a:r>
            <a:endParaRPr lang="en-RU" sz="28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178E906-E5FE-4804-DFE7-44654DED6987}"/>
              </a:ext>
            </a:extLst>
          </p:cNvPr>
          <p:cNvSpPr txBox="1"/>
          <p:nvPr/>
        </p:nvSpPr>
        <p:spPr>
          <a:xfrm>
            <a:off x="5383653" y="7493534"/>
            <a:ext cx="17296798" cy="523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– найти правильные параметры, попробовать код из соседних </a:t>
            </a:r>
            <a:r>
              <a:rPr lang="ru-RU" sz="2800" dirty="0" err="1"/>
              <a:t>репо</a:t>
            </a:r>
            <a:r>
              <a:rPr lang="ru-RU" sz="2800" dirty="0"/>
              <a:t>, забрать новый кусок графа</a:t>
            </a:r>
            <a:endParaRPr lang="en-RU" sz="28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0FA2E6-143D-83B6-2776-9C968715EEF0}"/>
              </a:ext>
            </a:extLst>
          </p:cNvPr>
          <p:cNvSpPr txBox="1"/>
          <p:nvPr/>
        </p:nvSpPr>
        <p:spPr>
          <a:xfrm>
            <a:off x="3971261" y="9641409"/>
            <a:ext cx="15620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– обновить кубик</a:t>
            </a:r>
            <a:r>
              <a:rPr lang="en-US" sz="2800" dirty="0"/>
              <a:t>, </a:t>
            </a:r>
            <a:r>
              <a:rPr lang="ru-RU" sz="2800" dirty="0"/>
              <a:t>добавить описание, </a:t>
            </a:r>
            <a:r>
              <a:rPr lang="ru-RU" sz="2800" dirty="0" err="1"/>
              <a:t>сдампить</a:t>
            </a:r>
            <a:r>
              <a:rPr lang="ru-RU" sz="2800" dirty="0"/>
              <a:t> результат в трекер</a:t>
            </a:r>
            <a:endParaRPr lang="en-RU" sz="2800" dirty="0"/>
          </a:p>
        </p:txBody>
      </p:sp>
    </p:spTree>
    <p:extLst>
      <p:ext uri="{BB962C8B-B14F-4D97-AF65-F5344CB8AC3E}">
        <p14:creationId xmlns:p14="http://schemas.microsoft.com/office/powerpoint/2010/main" val="281354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1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1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10" fill="hold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10" fill="hold"/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10" fill="hold"/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10" fill="hold"/>
                                        <p:tgtEl>
                                          <p:spTgt spid="5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10" fill="hold"/>
                                        <p:tgtEl>
                                          <p:spTgt spid="5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F335D-983A-8949-99D5-DBDAEED4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Решаемые задачи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D042CD-7136-8B40-9570-513373B33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ru-RU" dirty="0"/>
              <a:t>разработка в </a:t>
            </a:r>
            <a:r>
              <a:rPr lang="en-US" dirty="0"/>
              <a:t>Nirvana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87B646-4107-E944-8421-DDBF6EBE0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C03D3-FA44-40EC-9A21-1FC4FEA3E22E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53" name="Объект 4">
            <a:extLst>
              <a:ext uri="{FF2B5EF4-FFF2-40B4-BE49-F238E27FC236}">
                <a16:creationId xmlns:a16="http://schemas.microsoft.com/office/drawing/2014/main" id="{BF6CB5A2-9AFB-9BE9-A0C2-A7E07940C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637" y="2900078"/>
            <a:ext cx="21224775" cy="9497485"/>
          </a:xfrm>
        </p:spPr>
        <p:txBody>
          <a:bodyPr/>
          <a:lstStyle/>
          <a:p>
            <a:pPr lvl="1"/>
            <a:r>
              <a:rPr lang="ru-RU" sz="3600" dirty="0"/>
              <a:t>Всё это может делать </a:t>
            </a:r>
            <a:r>
              <a:rPr lang="en-US" sz="3600" dirty="0"/>
              <a:t>Cursor! </a:t>
            </a:r>
          </a:p>
          <a:p>
            <a:pPr lvl="1"/>
            <a:endParaRPr lang="en-US" sz="3600" dirty="0"/>
          </a:p>
          <a:p>
            <a:pPr lvl="2"/>
            <a:r>
              <a:rPr lang="en-US" sz="3600" dirty="0"/>
              <a:t>Nirvana: MCP </a:t>
            </a:r>
            <a:r>
              <a:rPr lang="en-US" sz="3600" dirty="0" err="1"/>
              <a:t>д</a:t>
            </a:r>
            <a:r>
              <a:rPr lang="ru-RU" sz="3600" dirty="0"/>
              <a:t>ля доступа в </a:t>
            </a:r>
            <a:r>
              <a:rPr lang="en-US" sz="3600" dirty="0"/>
              <a:t>Nirvana API</a:t>
            </a:r>
          </a:p>
          <a:p>
            <a:pPr lvl="2"/>
            <a:endParaRPr lang="en-US" sz="3600" dirty="0"/>
          </a:p>
          <a:p>
            <a:pPr lvl="2"/>
            <a:r>
              <a:rPr lang="en-US" sz="3600" dirty="0"/>
              <a:t>YT: MCP</a:t>
            </a:r>
            <a:r>
              <a:rPr lang="ru-RU" sz="3600" dirty="0"/>
              <a:t> для </a:t>
            </a:r>
            <a:r>
              <a:rPr lang="en-US" sz="3600" dirty="0"/>
              <a:t>GET </a:t>
            </a:r>
            <a:r>
              <a:rPr lang="ru-RU" sz="3600" dirty="0"/>
              <a:t>запросов на </a:t>
            </a:r>
            <a:r>
              <a:rPr lang="en-US" sz="3600" dirty="0"/>
              <a:t>YT</a:t>
            </a:r>
          </a:p>
          <a:p>
            <a:pPr lvl="2"/>
            <a:endParaRPr lang="en-US" sz="3600" dirty="0"/>
          </a:p>
          <a:p>
            <a:pPr lvl="2"/>
            <a:r>
              <a:rPr lang="en-US" sz="3600" dirty="0"/>
              <a:t>ST: MCP </a:t>
            </a:r>
            <a:r>
              <a:rPr lang="ru-RU" sz="3600" dirty="0"/>
              <a:t>для поиска по тикетам и прочтения комментариев</a:t>
            </a:r>
          </a:p>
          <a:p>
            <a:pPr lvl="2"/>
            <a:endParaRPr lang="ru-RU" sz="3600" dirty="0"/>
          </a:p>
          <a:p>
            <a:pPr lvl="2"/>
            <a:r>
              <a:rPr lang="en-US" sz="3600" dirty="0"/>
              <a:t>Arcanum: MCP </a:t>
            </a:r>
            <a:r>
              <a:rPr lang="ru-RU" sz="3600" dirty="0"/>
              <a:t>для </a:t>
            </a:r>
            <a:r>
              <a:rPr lang="en-US" sz="3600" dirty="0" err="1"/>
              <a:t>codesearch</a:t>
            </a:r>
            <a:r>
              <a:rPr lang="en-US" sz="3600" dirty="0"/>
              <a:t> </a:t>
            </a:r>
            <a:r>
              <a:rPr lang="ru-RU" sz="3600" dirty="0"/>
              <a:t>и </a:t>
            </a:r>
            <a:r>
              <a:rPr lang="en-US" sz="3600" dirty="0" err="1"/>
              <a:t>intrasearch</a:t>
            </a:r>
            <a:r>
              <a:rPr lang="en-US" sz="3600" dirty="0"/>
              <a:t>(</a:t>
            </a:r>
            <a:r>
              <a:rPr lang="ru-RU" sz="3600" dirty="0"/>
              <a:t>по вики)</a:t>
            </a:r>
          </a:p>
          <a:p>
            <a:pPr lvl="2"/>
            <a:endParaRPr lang="ru-RU" sz="3600" dirty="0"/>
          </a:p>
          <a:p>
            <a:pPr lvl="1"/>
            <a:r>
              <a:rPr lang="en-US" sz="3600" dirty="0"/>
              <a:t>GET </a:t>
            </a:r>
            <a:r>
              <a:rPr lang="ru-RU" sz="3600" dirty="0"/>
              <a:t>запросы и методы можно </a:t>
            </a:r>
            <a:r>
              <a:rPr lang="en-US" sz="3600" dirty="0"/>
              <a:t>auto-approve’</a:t>
            </a:r>
            <a:r>
              <a:rPr lang="ru-RU" sz="3600" dirty="0" err="1"/>
              <a:t>нуть</a:t>
            </a:r>
            <a:endParaRPr lang="ru-RU" sz="3600" dirty="0"/>
          </a:p>
          <a:p>
            <a:pPr lvl="1"/>
            <a:r>
              <a:rPr lang="ru-RU" sz="3600" dirty="0"/>
              <a:t>Создать </a:t>
            </a:r>
            <a:r>
              <a:rPr lang="en-US" sz="3600" dirty="0"/>
              <a:t>Nirvana </a:t>
            </a:r>
            <a:r>
              <a:rPr lang="ru-RU" sz="3600" dirty="0"/>
              <a:t>папку для </a:t>
            </a:r>
            <a:r>
              <a:rPr lang="en-US" sz="3600" dirty="0"/>
              <a:t>AI-</a:t>
            </a:r>
            <a:r>
              <a:rPr lang="en-US" sz="3600" dirty="0" err="1"/>
              <a:t>э</a:t>
            </a:r>
            <a:r>
              <a:rPr lang="ru-RU" sz="3600" dirty="0" err="1"/>
              <a:t>кспериментов</a:t>
            </a:r>
            <a:endParaRPr lang="ru-RU" sz="3600" dirty="0"/>
          </a:p>
          <a:p>
            <a:pPr lvl="1"/>
            <a:r>
              <a:rPr lang="ru-RU" sz="3600" dirty="0"/>
              <a:t>При помощи хуков запретить агенту запускать графы вне этой папки</a:t>
            </a:r>
          </a:p>
        </p:txBody>
      </p:sp>
    </p:spTree>
    <p:extLst>
      <p:ext uri="{BB962C8B-B14F-4D97-AF65-F5344CB8AC3E}">
        <p14:creationId xmlns:p14="http://schemas.microsoft.com/office/powerpoint/2010/main" val="362717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F335D-983A-8949-99D5-DBDAEED4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Решаемые задачи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D042CD-7136-8B40-9570-513373B33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ru-RU" dirty="0"/>
              <a:t>разработка в </a:t>
            </a:r>
            <a:r>
              <a:rPr lang="en-US" dirty="0"/>
              <a:t>Nirvana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87B646-4107-E944-8421-DDBF6EBE0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C03D3-FA44-40EC-9A21-1FC4FEA3E22E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EDE720-FDD9-C9D1-A991-048A5E7DDC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600" y="7937089"/>
            <a:ext cx="9715500" cy="400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032775-9798-E83C-FDD5-E9FA16DE7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4005" y="1274488"/>
            <a:ext cx="10937391" cy="113466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005BDD-2E01-260A-FF77-F5C6419A8E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600" y="2285652"/>
            <a:ext cx="7772400" cy="536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0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17158B4A-DD06-F541-8760-DD49F0D2F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ru-RU" dirty="0"/>
              <a:t>разработка в </a:t>
            </a:r>
            <a:r>
              <a:rPr lang="en-US" dirty="0"/>
              <a:t>Nirvana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048894C-097E-D744-BF27-007E40388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C03D3-FA44-40EC-9A21-1FC4FEA3E22E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AB56B97-528C-A048-9FAC-82AC7F48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A73B23F-C282-E64C-A77E-A6C005A833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87599" y="2729047"/>
            <a:ext cx="14999191" cy="9144571"/>
          </a:xfrm>
        </p:spPr>
        <p:txBody>
          <a:bodyPr/>
          <a:lstStyle/>
          <a:p>
            <a:pPr lvl="1"/>
            <a:r>
              <a:rPr lang="en-RU" dirty="0"/>
              <a:t>Настройка в Аркадии:</a:t>
            </a:r>
          </a:p>
          <a:p>
            <a:r>
              <a:rPr lang="en-RU" dirty="0"/>
              <a:t>cd ~/arcadia/quality/international_search/ml_agent &amp;&amp; arc up &amp;&amp; ya make .</a:t>
            </a:r>
          </a:p>
          <a:p>
            <a:r>
              <a:rPr lang="en-RU" dirty="0"/>
              <a:t>./install.sh mcp --servers=all --configure --target=cursor # target: claude, cursor, codex, all для своей среды</a:t>
            </a:r>
          </a:p>
          <a:p>
            <a:r>
              <a:rPr lang="en-RU" dirty="0"/>
              <a:t>./install.sh mcp --servers=nirvana # только Nirvana для Claude</a:t>
            </a:r>
            <a:endParaRPr lang="ru-RU" dirty="0"/>
          </a:p>
          <a:p>
            <a:pPr lvl="1"/>
            <a:r>
              <a:rPr lang="ru-RU" dirty="0"/>
              <a:t>Вики про ИИ-разработку</a:t>
            </a:r>
          </a:p>
          <a:p>
            <a:r>
              <a:rPr lang="en-US" dirty="0">
                <a:hlinkClick r:id="rId2"/>
              </a:rPr>
              <a:t>https://wiki.yandex-team.ru/ai-instrumenty-v-mezhnare/</a:t>
            </a:r>
            <a:endParaRPr lang="ru-RU" dirty="0"/>
          </a:p>
          <a:p>
            <a:pPr lvl="1"/>
            <a:r>
              <a:rPr lang="en-US" dirty="0"/>
              <a:t>Nirvana API:</a:t>
            </a:r>
          </a:p>
          <a:p>
            <a:r>
              <a:rPr lang="en-US" dirty="0"/>
              <a:t>https://</a:t>
            </a:r>
            <a:r>
              <a:rPr lang="en-US" dirty="0" err="1"/>
              <a:t>wiki.yandex-team.ru</a:t>
            </a:r>
            <a:r>
              <a:rPr lang="en-US" dirty="0"/>
              <a:t>/nirvana/components/</a:t>
            </a:r>
            <a:r>
              <a:rPr lang="en-US" dirty="0" err="1"/>
              <a:t>api</a:t>
            </a:r>
            <a:r>
              <a:rPr lang="en-US" dirty="0"/>
              <a:t>/services/</a:t>
            </a:r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33BA46-0D82-A367-2F3F-AF8CA4A19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790" y="2554076"/>
            <a:ext cx="7772400" cy="843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0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F335D-983A-8949-99D5-DBDAEED4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D042CD-7136-8B40-9570-513373B33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ru-RU" dirty="0"/>
              <a:t>разработка в </a:t>
            </a:r>
            <a:r>
              <a:rPr lang="en-US" dirty="0"/>
              <a:t>Nirvana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87B646-4107-E944-8421-DDBF6EBE0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C03D3-FA44-40EC-9A21-1FC4FEA3E22E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1D42CC7-ECFC-90A1-E9D2-9FE2C6C75D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148" y="2515866"/>
            <a:ext cx="15190577" cy="868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624412"/>
      </p:ext>
    </p:extLst>
  </p:cSld>
  <p:clrMapOvr>
    <a:masterClrMapping/>
  </p:clrMapOvr>
</p:sld>
</file>

<file path=ppt/theme/theme1.xml><?xml version="1.0" encoding="utf-8"?>
<a:theme xmlns:a="http://schemas.openxmlformats.org/drawingml/2006/main" name="Yandex">
  <a:themeElements>
    <a:clrScheme name="Яндекс 2021">
      <a:dk1>
        <a:srgbClr val="000000"/>
      </a:dk1>
      <a:lt1>
        <a:srgbClr val="FFFFFF"/>
      </a:lt1>
      <a:dk2>
        <a:srgbClr val="FC3F1D"/>
      </a:dk2>
      <a:lt2>
        <a:srgbClr val="FED42B"/>
      </a:lt2>
      <a:accent1>
        <a:srgbClr val="0077FF"/>
      </a:accent1>
      <a:accent2>
        <a:srgbClr val="23B324"/>
      </a:accent2>
      <a:accent3>
        <a:srgbClr val="6838CF"/>
      </a:accent3>
      <a:accent4>
        <a:srgbClr val="5DCEF9"/>
      </a:accent4>
      <a:accent5>
        <a:srgbClr val="C62CD0"/>
      </a:accent5>
      <a:accent6>
        <a:srgbClr val="FF9A0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9050">
          <a:solidFill>
            <a:schemeClr val="bg2"/>
          </a:solidFill>
        </a:ln>
        <a:effectLst/>
      </a:spPr>
      <a:bodyPr lIns="90000" tIns="216000" rIns="90000" bIns="216000" rtlCol="0" anchor="ctr" anchorCtr="0"/>
      <a:lstStyle>
        <a:defPPr algn="ctr">
          <a:lnSpc>
            <a:spcPct val="90000"/>
          </a:lnSpc>
          <a:defRPr sz="3200" dirty="0">
            <a:ln w="0"/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mpd="sng">
          <a:solidFill>
            <a:schemeClr val="tx1"/>
          </a:solidFill>
          <a:prstDash val="solid"/>
          <a:headEnd type="none" w="lg" len="med"/>
          <a:tailEnd type="none" w="lg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3200" dirty="0" err="1" smtClean="0">
            <a:solidFill>
              <a:sysClr val="windowText" lastClr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77516</TotalTime>
  <Words>472</Words>
  <Application>Microsoft Macintosh PowerPoint</Application>
  <PresentationFormat>Custom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 Unicode MS</vt:lpstr>
      <vt:lpstr>Arial</vt:lpstr>
      <vt:lpstr>Courier New</vt:lpstr>
      <vt:lpstr>Yandex Sans Text Light</vt:lpstr>
      <vt:lpstr>YS Text Light</vt:lpstr>
      <vt:lpstr>Yandex</vt:lpstr>
      <vt:lpstr>AI-разработка в Nirvana</vt:lpstr>
      <vt:lpstr>Содержание</vt:lpstr>
      <vt:lpstr>Мотивация</vt:lpstr>
      <vt:lpstr>Решаемые задачи</vt:lpstr>
      <vt:lpstr>Решаемые задачи</vt:lpstr>
      <vt:lpstr>Решаемые задачи</vt:lpstr>
      <vt:lpstr>Настройка</vt:lpstr>
      <vt:lpstr>Вопросы</vt:lpstr>
    </vt:vector>
  </TitlesOfParts>
  <Manager>Maria Kutuzova</Manager>
  <Company>Yandex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>show_YST</dc:subject>
  <dc:creator>presentation</dc:creator>
  <cp:keywords/>
  <dc:description/>
  <cp:lastModifiedBy>Ivan Mordvintsev</cp:lastModifiedBy>
  <cp:revision>1793</cp:revision>
  <dcterms:created xsi:type="dcterms:W3CDTF">2014-09-09T08:22:07Z</dcterms:created>
  <dcterms:modified xsi:type="dcterms:W3CDTF">2026-05-18T12:06:32Z</dcterms:modified>
  <cp:category>presentation technology</cp:category>
</cp:coreProperties>
</file>